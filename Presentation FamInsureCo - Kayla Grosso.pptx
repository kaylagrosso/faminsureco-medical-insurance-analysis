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9"/>
  </p:notesMasterIdLst>
  <p:sldIdLst>
    <p:sldId id="403" r:id="rId2"/>
    <p:sldId id="401" r:id="rId3"/>
    <p:sldId id="407" r:id="rId4"/>
    <p:sldId id="404" r:id="rId5"/>
    <p:sldId id="408" r:id="rId6"/>
    <p:sldId id="406" r:id="rId7"/>
    <p:sldId id="392" r:id="rId8"/>
  </p:sldIdLst>
  <p:sldSz cx="8961438" cy="67214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6B8"/>
    <a:srgbClr val="002C46"/>
    <a:srgbClr val="FDDA95"/>
    <a:srgbClr val="FFFFFF"/>
    <a:srgbClr val="FBC14E"/>
    <a:srgbClr val="EBEEF2"/>
    <a:srgbClr val="AABFD6"/>
    <a:srgbClr val="8497B0"/>
    <a:srgbClr val="657E9D"/>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7C32B-BA46-463B-951B-20500A1A0095}" v="14" dt="2024-12-19T20:29:44.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2808" autoAdjust="0"/>
  </p:normalViewPr>
  <p:slideViewPr>
    <p:cSldViewPr snapToGrid="0">
      <p:cViewPr>
        <p:scale>
          <a:sx n="80" d="100"/>
          <a:sy n="80" d="100"/>
        </p:scale>
        <p:origin x="1062"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Hui" userId="56232fed2ea887da" providerId="LiveId" clId="{CCD01FD0-AD4C-4049-B470-10DA9CA86B15}"/>
    <pc:docChg chg="undo custSel addSld modSld">
      <pc:chgData name="Christopher Hui" userId="56232fed2ea887da" providerId="LiveId" clId="{CCD01FD0-AD4C-4049-B470-10DA9CA86B15}" dt="2024-08-13T07:30:23.836" v="170"/>
      <pc:docMkLst>
        <pc:docMk/>
      </pc:docMkLst>
      <pc:sldChg chg="modSp mod">
        <pc:chgData name="Christopher Hui" userId="56232fed2ea887da" providerId="LiveId" clId="{CCD01FD0-AD4C-4049-B470-10DA9CA86B15}" dt="2024-08-13T07:30:23.836" v="170"/>
        <pc:sldMkLst>
          <pc:docMk/>
          <pc:sldMk cId="2844286603" sldId="392"/>
        </pc:sldMkLst>
      </pc:sldChg>
      <pc:sldChg chg="modSp mod">
        <pc:chgData name="Christopher Hui" userId="56232fed2ea887da" providerId="LiveId" clId="{CCD01FD0-AD4C-4049-B470-10DA9CA86B15}" dt="2024-08-13T07:23:10.393" v="2" actId="20577"/>
        <pc:sldMkLst>
          <pc:docMk/>
          <pc:sldMk cId="2535748033" sldId="403"/>
        </pc:sldMkLst>
      </pc:sldChg>
      <pc:sldChg chg="modSp mod">
        <pc:chgData name="Christopher Hui" userId="56232fed2ea887da" providerId="LiveId" clId="{CCD01FD0-AD4C-4049-B470-10DA9CA86B15}" dt="2024-08-13T07:25:32.383" v="79" actId="20577"/>
        <pc:sldMkLst>
          <pc:docMk/>
          <pc:sldMk cId="2537897374" sldId="404"/>
        </pc:sldMkLst>
      </pc:sldChg>
      <pc:sldChg chg="modSp mod">
        <pc:chgData name="Christopher Hui" userId="56232fed2ea887da" providerId="LiveId" clId="{CCD01FD0-AD4C-4049-B470-10DA9CA86B15}" dt="2024-08-13T07:30:19.861" v="168" actId="21"/>
        <pc:sldMkLst>
          <pc:docMk/>
          <pc:sldMk cId="3580879129" sldId="406"/>
        </pc:sldMkLst>
      </pc:sldChg>
      <pc:sldChg chg="modSp mod">
        <pc:chgData name="Christopher Hui" userId="56232fed2ea887da" providerId="LiveId" clId="{CCD01FD0-AD4C-4049-B470-10DA9CA86B15}" dt="2024-08-13T07:28:08.148" v="106" actId="20577"/>
        <pc:sldMkLst>
          <pc:docMk/>
          <pc:sldMk cId="1136814506" sldId="407"/>
        </pc:sldMkLst>
      </pc:sldChg>
      <pc:sldChg chg="addSp delSp modSp add mod">
        <pc:chgData name="Christopher Hui" userId="56232fed2ea887da" providerId="LiveId" clId="{CCD01FD0-AD4C-4049-B470-10DA9CA86B15}" dt="2024-08-13T07:28:34.106" v="109" actId="1076"/>
        <pc:sldMkLst>
          <pc:docMk/>
          <pc:sldMk cId="595327848" sldId="408"/>
        </pc:sldMkLst>
      </pc:sldChg>
    </pc:docChg>
  </pc:docChgLst>
  <pc:docChgLst>
    <pc:chgData name="Kayla Grosso" userId="288f6ae1db1349c9" providerId="LiveId" clId="{1187C32B-BA46-463B-951B-20500A1A0095}"/>
    <pc:docChg chg="undo custSel modSld">
      <pc:chgData name="Kayla Grosso" userId="288f6ae1db1349c9" providerId="LiveId" clId="{1187C32B-BA46-463B-951B-20500A1A0095}" dt="2024-12-19T20:30:00.800" v="215" actId="1076"/>
      <pc:docMkLst>
        <pc:docMk/>
      </pc:docMkLst>
      <pc:sldChg chg="addSp delSp modSp mod">
        <pc:chgData name="Kayla Grosso" userId="288f6ae1db1349c9" providerId="LiveId" clId="{1187C32B-BA46-463B-951B-20500A1A0095}" dt="2024-12-19T20:30:00.800" v="215" actId="1076"/>
        <pc:sldMkLst>
          <pc:docMk/>
          <pc:sldMk cId="2844286603" sldId="392"/>
        </pc:sldMkLst>
        <pc:spChg chg="del">
          <ac:chgData name="Kayla Grosso" userId="288f6ae1db1349c9" providerId="LiveId" clId="{1187C32B-BA46-463B-951B-20500A1A0095}" dt="2024-12-19T20:29:30.668" v="205" actId="478"/>
          <ac:spMkLst>
            <pc:docMk/>
            <pc:sldMk cId="2844286603" sldId="392"/>
            <ac:spMk id="3" creationId="{CD74A4D7-9E42-980E-B4A5-2337B901A491}"/>
          </ac:spMkLst>
        </pc:spChg>
        <pc:spChg chg="del">
          <ac:chgData name="Kayla Grosso" userId="288f6ae1db1349c9" providerId="LiveId" clId="{1187C32B-BA46-463B-951B-20500A1A0095}" dt="2024-12-19T20:29:28.540" v="204" actId="478"/>
          <ac:spMkLst>
            <pc:docMk/>
            <pc:sldMk cId="2844286603" sldId="392"/>
            <ac:spMk id="4" creationId="{67191C6A-C807-985E-4D34-FF08A8CC0834}"/>
          </ac:spMkLst>
        </pc:spChg>
        <pc:picChg chg="add mod">
          <ac:chgData name="Kayla Grosso" userId="288f6ae1db1349c9" providerId="LiveId" clId="{1187C32B-BA46-463B-951B-20500A1A0095}" dt="2024-12-19T20:30:00.800" v="215" actId="1076"/>
          <ac:picMkLst>
            <pc:docMk/>
            <pc:sldMk cId="2844286603" sldId="392"/>
            <ac:picMk id="5" creationId="{195C86AD-E703-D8A5-D7A2-643E185BB1A8}"/>
          </ac:picMkLst>
        </pc:picChg>
        <pc:picChg chg="add mod">
          <ac:chgData name="Kayla Grosso" userId="288f6ae1db1349c9" providerId="LiveId" clId="{1187C32B-BA46-463B-951B-20500A1A0095}" dt="2024-12-19T20:29:59.294" v="214" actId="1076"/>
          <ac:picMkLst>
            <pc:docMk/>
            <pc:sldMk cId="2844286603" sldId="392"/>
            <ac:picMk id="6" creationId="{AFD32D21-B852-C0B2-1D2C-39AC7B4C51B0}"/>
          </ac:picMkLst>
        </pc:picChg>
        <pc:picChg chg="del">
          <ac:chgData name="Kayla Grosso" userId="288f6ae1db1349c9" providerId="LiveId" clId="{1187C32B-BA46-463B-951B-20500A1A0095}" dt="2024-12-19T20:29:25.740" v="203" actId="478"/>
          <ac:picMkLst>
            <pc:docMk/>
            <pc:sldMk cId="2844286603" sldId="392"/>
            <ac:picMk id="9" creationId="{FF805437-628C-CB37-ADB3-FEF194ACC5AA}"/>
          </ac:picMkLst>
        </pc:picChg>
      </pc:sldChg>
      <pc:sldChg chg="addSp delSp modSp mod">
        <pc:chgData name="Kayla Grosso" userId="288f6ae1db1349c9" providerId="LiveId" clId="{1187C32B-BA46-463B-951B-20500A1A0095}" dt="2024-12-19T20:01:47.027" v="104" actId="1076"/>
        <pc:sldMkLst>
          <pc:docMk/>
          <pc:sldMk cId="1167718647" sldId="401"/>
        </pc:sldMkLst>
        <pc:spChg chg="del">
          <ac:chgData name="Kayla Grosso" userId="288f6ae1db1349c9" providerId="LiveId" clId="{1187C32B-BA46-463B-951B-20500A1A0095}" dt="2024-12-19T20:00:54.556" v="91" actId="478"/>
          <ac:spMkLst>
            <pc:docMk/>
            <pc:sldMk cId="1167718647" sldId="401"/>
            <ac:spMk id="4" creationId="{2D7BA893-6578-82B6-45A9-58061082403C}"/>
          </ac:spMkLst>
        </pc:spChg>
        <pc:spChg chg="del">
          <ac:chgData name="Kayla Grosso" userId="288f6ae1db1349c9" providerId="LiveId" clId="{1187C32B-BA46-463B-951B-20500A1A0095}" dt="2024-12-19T20:01:00.144" v="92" actId="478"/>
          <ac:spMkLst>
            <pc:docMk/>
            <pc:sldMk cId="1167718647" sldId="401"/>
            <ac:spMk id="7" creationId="{4E91E05E-9248-FD18-5AEB-6C57A37A6243}"/>
          </ac:spMkLst>
        </pc:spChg>
        <pc:picChg chg="add mod">
          <ac:chgData name="Kayla Grosso" userId="288f6ae1db1349c9" providerId="LiveId" clId="{1187C32B-BA46-463B-951B-20500A1A0095}" dt="2024-12-19T20:01:40.278" v="101" actId="1076"/>
          <ac:picMkLst>
            <pc:docMk/>
            <pc:sldMk cId="1167718647" sldId="401"/>
            <ac:picMk id="3" creationId="{F2861AE3-72AA-58DC-565D-6F3EF03E3066}"/>
          </ac:picMkLst>
        </pc:picChg>
        <pc:picChg chg="add mod">
          <ac:chgData name="Kayla Grosso" userId="288f6ae1db1349c9" providerId="LiveId" clId="{1187C32B-BA46-463B-951B-20500A1A0095}" dt="2024-12-19T20:01:47.027" v="104" actId="1076"/>
          <ac:picMkLst>
            <pc:docMk/>
            <pc:sldMk cId="1167718647" sldId="401"/>
            <ac:picMk id="5" creationId="{0431A4C7-570E-9D0C-DE0B-E0567E06E1D4}"/>
          </ac:picMkLst>
        </pc:picChg>
      </pc:sldChg>
      <pc:sldChg chg="addSp delSp modSp mod">
        <pc:chgData name="Kayla Grosso" userId="288f6ae1db1349c9" providerId="LiveId" clId="{1187C32B-BA46-463B-951B-20500A1A0095}" dt="2024-12-19T19:52:58.455" v="90" actId="20577"/>
        <pc:sldMkLst>
          <pc:docMk/>
          <pc:sldMk cId="2535748033" sldId="403"/>
        </pc:sldMkLst>
        <pc:spChg chg="mod">
          <ac:chgData name="Kayla Grosso" userId="288f6ae1db1349c9" providerId="LiveId" clId="{1187C32B-BA46-463B-951B-20500A1A0095}" dt="2024-12-19T19:52:58.455" v="90" actId="20577"/>
          <ac:spMkLst>
            <pc:docMk/>
            <pc:sldMk cId="2535748033" sldId="403"/>
            <ac:spMk id="2" creationId="{F0E37C96-13BD-4F0C-B379-77591A183D9B}"/>
          </ac:spMkLst>
        </pc:spChg>
        <pc:spChg chg="del">
          <ac:chgData name="Kayla Grosso" userId="288f6ae1db1349c9" providerId="LiveId" clId="{1187C32B-BA46-463B-951B-20500A1A0095}" dt="2024-12-19T19:48:20.397" v="13" actId="478"/>
          <ac:spMkLst>
            <pc:docMk/>
            <pc:sldMk cId="2535748033" sldId="403"/>
            <ac:spMk id="3" creationId="{8C28660D-33F8-552E-620E-83E6830ABAA0}"/>
          </ac:spMkLst>
        </pc:spChg>
        <pc:spChg chg="del">
          <ac:chgData name="Kayla Grosso" userId="288f6ae1db1349c9" providerId="LiveId" clId="{1187C32B-BA46-463B-951B-20500A1A0095}" dt="2024-12-19T19:48:18.232" v="12" actId="478"/>
          <ac:spMkLst>
            <pc:docMk/>
            <pc:sldMk cId="2535748033" sldId="403"/>
            <ac:spMk id="7" creationId="{403BC95B-8BF8-BA75-CF95-55DE3E95D4AD}"/>
          </ac:spMkLst>
        </pc:spChg>
        <pc:graphicFrameChg chg="del">
          <ac:chgData name="Kayla Grosso" userId="288f6ae1db1349c9" providerId="LiveId" clId="{1187C32B-BA46-463B-951B-20500A1A0095}" dt="2024-12-19T19:46:56.515" v="0" actId="478"/>
          <ac:graphicFrameMkLst>
            <pc:docMk/>
            <pc:sldMk cId="2535748033" sldId="403"/>
            <ac:graphicFrameMk id="5" creationId="{F36245C3-EEB9-DD02-0936-66647C76B5CC}"/>
          </ac:graphicFrameMkLst>
        </pc:graphicFrameChg>
        <pc:picChg chg="add mod">
          <ac:chgData name="Kayla Grosso" userId="288f6ae1db1349c9" providerId="LiveId" clId="{1187C32B-BA46-463B-951B-20500A1A0095}" dt="2024-12-19T19:49:19.534" v="32" actId="14100"/>
          <ac:picMkLst>
            <pc:docMk/>
            <pc:sldMk cId="2535748033" sldId="403"/>
            <ac:picMk id="6" creationId="{4C53F559-1135-7BF8-F2E7-A02A12276FD8}"/>
          </ac:picMkLst>
        </pc:picChg>
        <pc:picChg chg="add mod">
          <ac:chgData name="Kayla Grosso" userId="288f6ae1db1349c9" providerId="LiveId" clId="{1187C32B-BA46-463B-951B-20500A1A0095}" dt="2024-12-19T19:49:21.983" v="33" actId="14100"/>
          <ac:picMkLst>
            <pc:docMk/>
            <pc:sldMk cId="2535748033" sldId="403"/>
            <ac:picMk id="8" creationId="{2B7B0CCB-7CC9-D432-19B3-0455D20356A1}"/>
          </ac:picMkLst>
        </pc:picChg>
      </pc:sldChg>
      <pc:sldChg chg="addSp delSp modSp mod">
        <pc:chgData name="Kayla Grosso" userId="288f6ae1db1349c9" providerId="LiveId" clId="{1187C32B-BA46-463B-951B-20500A1A0095}" dt="2024-12-19T20:13:32.556" v="151" actId="20577"/>
        <pc:sldMkLst>
          <pc:docMk/>
          <pc:sldMk cId="2537897374" sldId="404"/>
        </pc:sldMkLst>
        <pc:spChg chg="mod">
          <ac:chgData name="Kayla Grosso" userId="288f6ae1db1349c9" providerId="LiveId" clId="{1187C32B-BA46-463B-951B-20500A1A0095}" dt="2024-12-19T20:13:32.556" v="151" actId="20577"/>
          <ac:spMkLst>
            <pc:docMk/>
            <pc:sldMk cId="2537897374" sldId="404"/>
            <ac:spMk id="2" creationId="{F0E37C96-13BD-4F0C-B379-77591A183D9B}"/>
          </ac:spMkLst>
        </pc:spChg>
        <pc:spChg chg="del">
          <ac:chgData name="Kayla Grosso" userId="288f6ae1db1349c9" providerId="LiveId" clId="{1187C32B-BA46-463B-951B-20500A1A0095}" dt="2024-12-19T20:06:28.309" v="124" actId="478"/>
          <ac:spMkLst>
            <pc:docMk/>
            <pc:sldMk cId="2537897374" sldId="404"/>
            <ac:spMk id="3" creationId="{940D34B8-FD75-9012-0078-8B583ADDC9FE}"/>
          </ac:spMkLst>
        </pc:spChg>
        <pc:spChg chg="del">
          <ac:chgData name="Kayla Grosso" userId="288f6ae1db1349c9" providerId="LiveId" clId="{1187C32B-BA46-463B-951B-20500A1A0095}" dt="2024-12-19T20:06:27.141" v="123" actId="478"/>
          <ac:spMkLst>
            <pc:docMk/>
            <pc:sldMk cId="2537897374" sldId="404"/>
            <ac:spMk id="4" creationId="{0C4046BA-BDF2-99D8-4061-6313DBCF4209}"/>
          </ac:spMkLst>
        </pc:spChg>
        <pc:picChg chg="add mod">
          <ac:chgData name="Kayla Grosso" userId="288f6ae1db1349c9" providerId="LiveId" clId="{1187C32B-BA46-463B-951B-20500A1A0095}" dt="2024-12-19T20:06:52.625" v="131" actId="1076"/>
          <ac:picMkLst>
            <pc:docMk/>
            <pc:sldMk cId="2537897374" sldId="404"/>
            <ac:picMk id="5" creationId="{44D16D78-447E-21CE-7D91-5903E1CFA328}"/>
          </ac:picMkLst>
        </pc:picChg>
        <pc:picChg chg="add mod">
          <ac:chgData name="Kayla Grosso" userId="288f6ae1db1349c9" providerId="LiveId" clId="{1187C32B-BA46-463B-951B-20500A1A0095}" dt="2024-12-19T20:06:54.194" v="132" actId="14100"/>
          <ac:picMkLst>
            <pc:docMk/>
            <pc:sldMk cId="2537897374" sldId="404"/>
            <ac:picMk id="7" creationId="{5DBDED44-69F9-52F5-AB5A-9A966759BC7A}"/>
          </ac:picMkLst>
        </pc:picChg>
        <pc:picChg chg="del">
          <ac:chgData name="Kayla Grosso" userId="288f6ae1db1349c9" providerId="LiveId" clId="{1187C32B-BA46-463B-951B-20500A1A0095}" dt="2024-12-19T20:06:24.533" v="122" actId="478"/>
          <ac:picMkLst>
            <pc:docMk/>
            <pc:sldMk cId="2537897374" sldId="404"/>
            <ac:picMk id="12" creationId="{D2226B81-400A-E3EB-CECE-3A88E7009E8C}"/>
          </ac:picMkLst>
        </pc:picChg>
      </pc:sldChg>
      <pc:sldChg chg="addSp delSp modSp mod">
        <pc:chgData name="Kayla Grosso" userId="288f6ae1db1349c9" providerId="LiveId" clId="{1187C32B-BA46-463B-951B-20500A1A0095}" dt="2024-12-19T20:26:44.247" v="202" actId="20577"/>
        <pc:sldMkLst>
          <pc:docMk/>
          <pc:sldMk cId="3580879129" sldId="406"/>
        </pc:sldMkLst>
        <pc:spChg chg="mod">
          <ac:chgData name="Kayla Grosso" userId="288f6ae1db1349c9" providerId="LiveId" clId="{1187C32B-BA46-463B-951B-20500A1A0095}" dt="2024-12-19T20:26:44.247" v="202" actId="20577"/>
          <ac:spMkLst>
            <pc:docMk/>
            <pc:sldMk cId="3580879129" sldId="406"/>
            <ac:spMk id="2" creationId="{F0E37C96-13BD-4F0C-B379-77591A183D9B}"/>
          </ac:spMkLst>
        </pc:spChg>
        <pc:spChg chg="del">
          <ac:chgData name="Kayla Grosso" userId="288f6ae1db1349c9" providerId="LiveId" clId="{1187C32B-BA46-463B-951B-20500A1A0095}" dt="2024-12-19T20:16:04.102" v="165" actId="478"/>
          <ac:spMkLst>
            <pc:docMk/>
            <pc:sldMk cId="3580879129" sldId="406"/>
            <ac:spMk id="3" creationId="{24C6D361-D7F2-5843-945B-DDB208B365AA}"/>
          </ac:spMkLst>
        </pc:spChg>
        <pc:spChg chg="del">
          <ac:chgData name="Kayla Grosso" userId="288f6ae1db1349c9" providerId="LiveId" clId="{1187C32B-BA46-463B-951B-20500A1A0095}" dt="2024-12-19T20:16:02.225" v="164" actId="478"/>
          <ac:spMkLst>
            <pc:docMk/>
            <pc:sldMk cId="3580879129" sldId="406"/>
            <ac:spMk id="4" creationId="{2C9B2E23-2BF5-CE5B-B5C5-0F6E10A1A778}"/>
          </ac:spMkLst>
        </pc:spChg>
        <pc:graphicFrameChg chg="del">
          <ac:chgData name="Kayla Grosso" userId="288f6ae1db1349c9" providerId="LiveId" clId="{1187C32B-BA46-463B-951B-20500A1A0095}" dt="2024-12-19T20:15:59.975" v="163" actId="478"/>
          <ac:graphicFrameMkLst>
            <pc:docMk/>
            <pc:sldMk cId="3580879129" sldId="406"/>
            <ac:graphicFrameMk id="7" creationId="{82110A57-3EF1-7D5F-0629-7432865833B2}"/>
          </ac:graphicFrameMkLst>
        </pc:graphicFrameChg>
        <pc:picChg chg="add mod">
          <ac:chgData name="Kayla Grosso" userId="288f6ae1db1349c9" providerId="LiveId" clId="{1187C32B-BA46-463B-951B-20500A1A0095}" dt="2024-12-19T20:16:16.236" v="170" actId="1076"/>
          <ac:picMkLst>
            <pc:docMk/>
            <pc:sldMk cId="3580879129" sldId="406"/>
            <ac:picMk id="5" creationId="{EDE0D716-17C0-ED7A-1AD6-39F5C34F2F97}"/>
          </ac:picMkLst>
        </pc:picChg>
      </pc:sldChg>
      <pc:sldChg chg="addSp delSp modSp mod">
        <pc:chgData name="Kayla Grosso" userId="288f6ae1db1349c9" providerId="LiveId" clId="{1187C32B-BA46-463B-951B-20500A1A0095}" dt="2024-12-19T20:05:29.706" v="121" actId="14100"/>
        <pc:sldMkLst>
          <pc:docMk/>
          <pc:sldMk cId="1136814506" sldId="407"/>
        </pc:sldMkLst>
        <pc:spChg chg="del">
          <ac:chgData name="Kayla Grosso" userId="288f6ae1db1349c9" providerId="LiveId" clId="{1187C32B-BA46-463B-951B-20500A1A0095}" dt="2024-12-19T20:04:34.565" v="105" actId="478"/>
          <ac:spMkLst>
            <pc:docMk/>
            <pc:sldMk cId="1136814506" sldId="407"/>
            <ac:spMk id="3" creationId="{67740BBC-47E1-3A15-172C-AB6AFDF909A9}"/>
          </ac:spMkLst>
        </pc:spChg>
        <pc:spChg chg="del mod">
          <ac:chgData name="Kayla Grosso" userId="288f6ae1db1349c9" providerId="LiveId" clId="{1187C32B-BA46-463B-951B-20500A1A0095}" dt="2024-12-19T20:04:37.998" v="107" actId="478"/>
          <ac:spMkLst>
            <pc:docMk/>
            <pc:sldMk cId="1136814506" sldId="407"/>
            <ac:spMk id="4" creationId="{9896449D-79D6-22C4-BD87-F0E35DF5EF98}"/>
          </ac:spMkLst>
        </pc:spChg>
        <pc:picChg chg="add del mod">
          <ac:chgData name="Kayla Grosso" userId="288f6ae1db1349c9" providerId="LiveId" clId="{1187C32B-BA46-463B-951B-20500A1A0095}" dt="2024-12-19T20:05:16.469" v="116" actId="478"/>
          <ac:picMkLst>
            <pc:docMk/>
            <pc:sldMk cId="1136814506" sldId="407"/>
            <ac:picMk id="5" creationId="{00000000-0008-0000-0300-000002000000}"/>
          </ac:picMkLst>
        </pc:picChg>
        <pc:picChg chg="del">
          <ac:chgData name="Kayla Grosso" userId="288f6ae1db1349c9" providerId="LiveId" clId="{1187C32B-BA46-463B-951B-20500A1A0095}" dt="2024-12-19T20:05:00.670" v="112" actId="478"/>
          <ac:picMkLst>
            <pc:docMk/>
            <pc:sldMk cId="1136814506" sldId="407"/>
            <ac:picMk id="7" creationId="{AC5484E2-EE6F-4FCF-ED91-AEC54ACE1E4F}"/>
          </ac:picMkLst>
        </pc:picChg>
        <pc:picChg chg="add mod">
          <ac:chgData name="Kayla Grosso" userId="288f6ae1db1349c9" providerId="LiveId" clId="{1187C32B-BA46-463B-951B-20500A1A0095}" dt="2024-12-19T20:05:26.766" v="120" actId="14100"/>
          <ac:picMkLst>
            <pc:docMk/>
            <pc:sldMk cId="1136814506" sldId="407"/>
            <ac:picMk id="8" creationId="{9BC1D6E3-36A2-68D4-339C-0BA954B880BC}"/>
          </ac:picMkLst>
        </pc:picChg>
        <pc:picChg chg="add mod">
          <ac:chgData name="Kayla Grosso" userId="288f6ae1db1349c9" providerId="LiveId" clId="{1187C32B-BA46-463B-951B-20500A1A0095}" dt="2024-12-19T20:05:29.706" v="121" actId="14100"/>
          <ac:picMkLst>
            <pc:docMk/>
            <pc:sldMk cId="1136814506" sldId="407"/>
            <ac:picMk id="9" creationId="{00000000-0008-0000-0300-000002000000}"/>
          </ac:picMkLst>
        </pc:picChg>
      </pc:sldChg>
      <pc:sldChg chg="addSp delSp modSp mod">
        <pc:chgData name="Kayla Grosso" userId="288f6ae1db1349c9" providerId="LiveId" clId="{1187C32B-BA46-463B-951B-20500A1A0095}" dt="2024-12-19T20:15:10.924" v="162" actId="14100"/>
        <pc:sldMkLst>
          <pc:docMk/>
          <pc:sldMk cId="595327848" sldId="408"/>
        </pc:sldMkLst>
        <pc:spChg chg="del">
          <ac:chgData name="Kayla Grosso" userId="288f6ae1db1349c9" providerId="LiveId" clId="{1187C32B-BA46-463B-951B-20500A1A0095}" dt="2024-12-19T20:14:50.125" v="157" actId="478"/>
          <ac:spMkLst>
            <pc:docMk/>
            <pc:sldMk cId="595327848" sldId="408"/>
            <ac:spMk id="3" creationId="{940D34B8-FD75-9012-0078-8B583ADDC9FE}"/>
          </ac:spMkLst>
        </pc:spChg>
        <pc:spChg chg="del">
          <ac:chgData name="Kayla Grosso" userId="288f6ae1db1349c9" providerId="LiveId" clId="{1187C32B-BA46-463B-951B-20500A1A0095}" dt="2024-12-19T20:14:46.654" v="155" actId="478"/>
          <ac:spMkLst>
            <pc:docMk/>
            <pc:sldMk cId="595327848" sldId="408"/>
            <ac:spMk id="4" creationId="{0C4046BA-BDF2-99D8-4061-6313DBCF4209}"/>
          </ac:spMkLst>
        </pc:spChg>
        <pc:picChg chg="del">
          <ac:chgData name="Kayla Grosso" userId="288f6ae1db1349c9" providerId="LiveId" clId="{1187C32B-BA46-463B-951B-20500A1A0095}" dt="2024-12-19T20:14:43.741" v="154" actId="478"/>
          <ac:picMkLst>
            <pc:docMk/>
            <pc:sldMk cId="595327848" sldId="408"/>
            <ac:picMk id="5" creationId="{AD5E6EB0-63D4-EB0F-9E31-724D4BD8DC4D}"/>
          </ac:picMkLst>
        </pc:picChg>
        <pc:picChg chg="add mod">
          <ac:chgData name="Kayla Grosso" userId="288f6ae1db1349c9" providerId="LiveId" clId="{1187C32B-BA46-463B-951B-20500A1A0095}" dt="2024-12-19T20:15:10.924" v="162" actId="14100"/>
          <ac:picMkLst>
            <pc:docMk/>
            <pc:sldMk cId="595327848" sldId="408"/>
            <ac:picMk id="7" creationId="{A3D62B20-469E-D105-954C-4E9A8AA326B2}"/>
          </ac:picMkLst>
        </pc:picChg>
        <pc:picChg chg="add mod">
          <ac:chgData name="Kayla Grosso" userId="288f6ae1db1349c9" providerId="LiveId" clId="{1187C32B-BA46-463B-951B-20500A1A0095}" dt="2024-12-19T20:15:07.201" v="161" actId="14100"/>
          <ac:picMkLst>
            <pc:docMk/>
            <pc:sldMk cId="595327848" sldId="408"/>
            <ac:picMk id="8" creationId="{9E2BD9BE-393E-7FCF-A57D-6FC738F4DB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2C4C2-2D36-4DCE-92DC-7F8FD612207D}" type="datetimeFigureOut">
              <a:rPr lang="en-AU" smtClean="0"/>
              <a:t>19/12/2024</a:t>
            </a:fld>
            <a:endParaRPr lang="en-AU"/>
          </a:p>
        </p:txBody>
      </p:sp>
      <p:sp>
        <p:nvSpPr>
          <p:cNvPr id="4" name="Slide Image Placeholder 3"/>
          <p:cNvSpPr>
            <a:spLocks noGrp="1" noRot="1" noChangeAspect="1"/>
          </p:cNvSpPr>
          <p:nvPr>
            <p:ph type="sldImg" idx="2"/>
          </p:nvPr>
        </p:nvSpPr>
        <p:spPr>
          <a:xfrm>
            <a:off x="1373188" y="1143000"/>
            <a:ext cx="41116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352E8-A3D8-466D-9C64-BEFAB9E6BDD7}" type="slidenum">
              <a:rPr lang="en-AU" smtClean="0"/>
              <a:t>‹#›</a:t>
            </a:fld>
            <a:endParaRPr lang="en-AU"/>
          </a:p>
        </p:txBody>
      </p:sp>
    </p:spTree>
    <p:extLst>
      <p:ext uri="{BB962C8B-B14F-4D97-AF65-F5344CB8AC3E}">
        <p14:creationId xmlns:p14="http://schemas.microsoft.com/office/powerpoint/2010/main" val="2534567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2419640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Working Draft Text" hidden="1"/>
          <p:cNvSpPr txBox="1">
            <a:spLocks noChangeArrowheads="1"/>
          </p:cNvSpPr>
          <p:nvPr/>
        </p:nvSpPr>
        <p:spPr bwMode="ltGray">
          <a:xfrm>
            <a:off x="4030876" y="132157"/>
            <a:ext cx="88165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1" baseline="0" noProof="0" dirty="0">
                <a:solidFill>
                  <a:schemeClr val="tx1"/>
                </a:solidFill>
                <a:latin typeface="+mn-lt"/>
                <a:ea typeface="Arial Unicode MS" pitchFamily="34" charset="-128"/>
                <a:cs typeface="Arial Unicode MS" pitchFamily="34" charset="-128"/>
              </a:rPr>
              <a:t>WORKING DRAFT</a:t>
            </a:r>
          </a:p>
        </p:txBody>
      </p:sp>
      <p:sp>
        <p:nvSpPr>
          <p:cNvPr id="7" name="Printed" hidden="1"/>
          <p:cNvSpPr txBox="1">
            <a:spLocks noChangeArrowheads="1"/>
          </p:cNvSpPr>
          <p:nvPr/>
        </p:nvSpPr>
        <p:spPr bwMode="ltGray">
          <a:xfrm>
            <a:off x="4030876" y="436846"/>
            <a:ext cx="218970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aseline="0" noProof="0">
                <a:solidFill>
                  <a:schemeClr val="tx1"/>
                </a:solidFill>
                <a:latin typeface="+mn-lt"/>
                <a:ea typeface="Arial Unicode MS" pitchFamily="34" charset="-128"/>
                <a:cs typeface="Arial Unicode MS" pitchFamily="34" charset="-128"/>
              </a:rPr>
              <a:t>Printed 2/27/2017 7:03 AM India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6" name="Working Draft" hidden="1"/>
          <p:cNvSpPr txBox="1">
            <a:spLocks noChangeArrowheads="1"/>
          </p:cNvSpPr>
          <p:nvPr/>
        </p:nvSpPr>
        <p:spPr bwMode="ltGray">
          <a:xfrm>
            <a:off x="4030876" y="277771"/>
            <a:ext cx="2922275"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800" baseline="0" noProof="0">
                <a:solidFill>
                  <a:schemeClr val="tx1"/>
                </a:solidFill>
                <a:latin typeface="+mn-lt"/>
                <a:ea typeface="Arial Unicode MS" pitchFamily="34" charset="-128"/>
                <a:cs typeface="Arial Unicode MS" pitchFamily="34" charset="-128"/>
              </a:rPr>
              <a:t>Last Modified 10/03/2017 4:54 PM W. Australia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9" name="Document type" hidden="1"/>
          <p:cNvSpPr txBox="1">
            <a:spLocks noChangeArrowheads="1"/>
          </p:cNvSpPr>
          <p:nvPr/>
        </p:nvSpPr>
        <p:spPr bwMode="ltGray">
          <a:xfrm>
            <a:off x="4030876" y="5305595"/>
            <a:ext cx="4769712"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00" baseline="0" noProof="0" dirty="0">
                <a:solidFill>
                  <a:schemeClr val="tx1"/>
                </a:solidFill>
                <a:latin typeface="+mn-lt"/>
              </a:rPr>
              <a:t>Document type | Date</a:t>
            </a:r>
          </a:p>
        </p:txBody>
      </p:sp>
      <p:sp>
        <p:nvSpPr>
          <p:cNvPr id="19" name="doc id"/>
          <p:cNvSpPr>
            <a:spLocks noChangeArrowheads="1"/>
          </p:cNvSpPr>
          <p:nvPr userDrawn="1">
            <p:custDataLst>
              <p:tags r:id="rId2"/>
            </p:custDataLst>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bg1"/>
              </a:solidFill>
              <a:latin typeface="+mn-lt"/>
              <a:ea typeface="+mn-ea"/>
            </a:endParaRPr>
          </a:p>
        </p:txBody>
      </p:sp>
      <p:sp>
        <p:nvSpPr>
          <p:cNvPr id="13314" name="Rectangle 1026"/>
          <p:cNvSpPr>
            <a:spLocks noGrp="1" noChangeArrowheads="1"/>
          </p:cNvSpPr>
          <p:nvPr>
            <p:ph type="ctrTitle"/>
          </p:nvPr>
        </p:nvSpPr>
        <p:spPr bwMode="ltGray">
          <a:xfrm>
            <a:off x="4030876" y="650494"/>
            <a:ext cx="4769711" cy="984885"/>
          </a:xfrm>
          <a:prstGeom prst="rect">
            <a:avLst/>
          </a:prstGeom>
        </p:spPr>
        <p:txBody>
          <a:bodyPr wrap="square">
            <a:spAutoFit/>
          </a:bodyPr>
          <a:lstStyle>
            <a:lvl1pPr>
              <a:defRPr sz="3200" b="0" baseline="0">
                <a:solidFill>
                  <a:schemeClr val="tx1"/>
                </a:solidFill>
                <a:latin typeface="+mj-lt"/>
                <a:ea typeface="Arial Unicode MS" pitchFamily="34" charset="-128"/>
                <a:cs typeface="Arial Unicode MS" pitchFamily="34" charset="-128"/>
              </a:defRPr>
            </a:lvl1pPr>
          </a:lstStyle>
          <a:p>
            <a:pPr lvl="0"/>
            <a:r>
              <a:rPr lang="en-US" noProof="0"/>
              <a:t>Click to edit Master title style</a:t>
            </a:r>
            <a:endParaRPr lang="en-US" noProof="0" dirty="0"/>
          </a:p>
        </p:txBody>
      </p:sp>
      <p:sp>
        <p:nvSpPr>
          <p:cNvPr id="13315" name="Rectangle 1027"/>
          <p:cNvSpPr>
            <a:spLocks noGrp="1" noChangeArrowheads="1"/>
          </p:cNvSpPr>
          <p:nvPr>
            <p:ph type="subTitle" idx="1"/>
          </p:nvPr>
        </p:nvSpPr>
        <p:spPr bwMode="ltGray">
          <a:xfrm>
            <a:off x="4030876" y="1887470"/>
            <a:ext cx="4769712" cy="215444"/>
          </a:xfrm>
        </p:spPr>
        <p:txBody>
          <a:bodyPr wrap="square">
            <a:spAutoFit/>
          </a:bodyPr>
          <a:lstStyle>
            <a:lvl1pPr>
              <a:defRPr sz="1400" cap="none" baseline="0">
                <a:solidFill>
                  <a:schemeClr val="tx1"/>
                </a:solidFill>
                <a:latin typeface="+mj-lt"/>
                <a:ea typeface="Arial Unicode MS" pitchFamily="34" charset="-128"/>
                <a:cs typeface="Arial Unicode MS" pitchFamily="34" charset="-128"/>
              </a:defRPr>
            </a:lvl1pPr>
          </a:lstStyle>
          <a:p>
            <a:pPr lvl="0"/>
            <a:r>
              <a:rPr lang="en-US" noProof="0"/>
              <a:t>Click to edit Master subtitle style</a:t>
            </a:r>
            <a:endParaRPr lang="en-US" noProof="0" dirty="0"/>
          </a:p>
        </p:txBody>
      </p:sp>
      <p:sp>
        <p:nvSpPr>
          <p:cNvPr id="20" name="Rectangle 19"/>
          <p:cNvSpPr/>
          <p:nvPr userDrawn="1"/>
        </p:nvSpPr>
        <p:spPr bwMode="ltGray">
          <a:xfrm>
            <a:off x="3175" y="6233824"/>
            <a:ext cx="8958263" cy="48765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2" name="Rectangle 11"/>
          <p:cNvSpPr/>
          <p:nvPr userDrawn="1"/>
        </p:nvSpPr>
        <p:spPr bwMode="ltGray">
          <a:xfrm>
            <a:off x="0" y="6187568"/>
            <a:ext cx="8961438" cy="45719"/>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111865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2. Slide Title"/>
          <p:cNvSpPr>
            <a:spLocks noGrp="1"/>
          </p:cNvSpPr>
          <p:nvPr>
            <p:ph type="title"/>
          </p:nvPr>
        </p:nvSpPr>
        <p:spPr bwMode="auto"/>
        <p:txBody>
          <a:bodyPr/>
          <a:lstStyle>
            <a:lvl1pPr>
              <a:defRPr>
                <a:latin typeface="+mj-lt"/>
                <a:ea typeface="Arial Unicode MS" pitchFamily="34" charset="-128"/>
                <a:cs typeface="Arial Unicode MS" pitchFamily="34" charset="-128"/>
              </a:defRPr>
            </a:lvl1pPr>
          </a:lstStyle>
          <a:p>
            <a:r>
              <a:rPr lang="en-US"/>
              <a:t>Click to edit Master title style</a:t>
            </a:r>
            <a:endParaRPr lang="en-US" dirty="0"/>
          </a:p>
        </p:txBody>
      </p:sp>
    </p:spTree>
    <p:extLst>
      <p:ext uri="{BB962C8B-B14F-4D97-AF65-F5344CB8AC3E}">
        <p14:creationId xmlns:p14="http://schemas.microsoft.com/office/powerpoint/2010/main" val="448374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13" Type="http://schemas.openxmlformats.org/officeDocument/2006/relationships/tags" Target="../tags/tag10.xml"/><Relationship Id="rId18" Type="http://schemas.openxmlformats.org/officeDocument/2006/relationships/tags" Target="../tags/tag15.xml"/><Relationship Id="rId3" Type="http://schemas.openxmlformats.org/officeDocument/2006/relationships/theme" Target="../theme/theme1.xml"/><Relationship Id="rId21" Type="http://schemas.openxmlformats.org/officeDocument/2006/relationships/tags" Target="../tags/tag18.xml"/><Relationship Id="rId7" Type="http://schemas.openxmlformats.org/officeDocument/2006/relationships/tags" Target="../tags/tag4.xml"/><Relationship Id="rId12" Type="http://schemas.openxmlformats.org/officeDocument/2006/relationships/tags" Target="../tags/tag9.xml"/><Relationship Id="rId17" Type="http://schemas.openxmlformats.org/officeDocument/2006/relationships/tags" Target="../tags/tag14.xml"/><Relationship Id="rId2" Type="http://schemas.openxmlformats.org/officeDocument/2006/relationships/slideLayout" Target="../slideLayouts/slideLayout2.xml"/><Relationship Id="rId16" Type="http://schemas.openxmlformats.org/officeDocument/2006/relationships/tags" Target="../tags/tag13.xml"/><Relationship Id="rId20" Type="http://schemas.openxmlformats.org/officeDocument/2006/relationships/tags" Target="../tags/tag17.xml"/><Relationship Id="rId1" Type="http://schemas.openxmlformats.org/officeDocument/2006/relationships/slideLayout" Target="../slideLayouts/slideLayout1.xml"/><Relationship Id="rId6" Type="http://schemas.openxmlformats.org/officeDocument/2006/relationships/tags" Target="../tags/tag3.xml"/><Relationship Id="rId11" Type="http://schemas.openxmlformats.org/officeDocument/2006/relationships/tags" Target="../tags/tag8.xml"/><Relationship Id="rId24" Type="http://schemas.openxmlformats.org/officeDocument/2006/relationships/image" Target="../media/image1.emf"/><Relationship Id="rId5" Type="http://schemas.openxmlformats.org/officeDocument/2006/relationships/tags" Target="../tags/tag2.xml"/><Relationship Id="rId15" Type="http://schemas.openxmlformats.org/officeDocument/2006/relationships/tags" Target="../tags/tag12.xml"/><Relationship Id="rId23" Type="http://schemas.openxmlformats.org/officeDocument/2006/relationships/oleObject" Target="../embeddings/oleObject1.bin"/><Relationship Id="rId10" Type="http://schemas.openxmlformats.org/officeDocument/2006/relationships/tags" Target="../tags/tag7.xml"/><Relationship Id="rId19" Type="http://schemas.openxmlformats.org/officeDocument/2006/relationships/tags" Target="../tags/tag16.xml"/><Relationship Id="rId4" Type="http://schemas.openxmlformats.org/officeDocument/2006/relationships/tags" Target="../tags/tag1.xml"/><Relationship Id="rId9" Type="http://schemas.openxmlformats.org/officeDocument/2006/relationships/tags" Target="../tags/tag6.xml"/><Relationship Id="rId14" Type="http://schemas.openxmlformats.org/officeDocument/2006/relationships/tags" Target="../tags/tag11.xml"/><Relationship Id="rId22"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4"/>
            </p:custDataLst>
            <p:extLst>
              <p:ext uri="{D42A27DB-BD31-4B8C-83A1-F6EECF244321}">
                <p14:modId xmlns:p14="http://schemas.microsoft.com/office/powerpoint/2010/main" val="201323714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 name="Object 1" hidden="1"/>
                      <p:cNvPicPr/>
                      <p:nvPr/>
                    </p:nvPicPr>
                    <p:blipFill>
                      <a:blip r:embed="rId24"/>
                      <a:stretch>
                        <a:fillRect/>
                      </a:stretch>
                    </p:blipFill>
                    <p:spPr>
                      <a:xfrm>
                        <a:off x="0" y="0"/>
                        <a:ext cx="158750" cy="158750"/>
                      </a:xfrm>
                      <a:prstGeom prst="rect">
                        <a:avLst/>
                      </a:prstGeom>
                    </p:spPr>
                  </p:pic>
                </p:oleObj>
              </mc:Fallback>
            </mc:AlternateContent>
          </a:graphicData>
        </a:graphic>
      </p:graphicFrame>
      <p:sp>
        <p:nvSpPr>
          <p:cNvPr id="1033" name="doc id"/>
          <p:cNvSpPr>
            <a:spLocks noChangeArrowheads="1"/>
          </p:cNvSpPr>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accent6"/>
              </a:solidFill>
              <a:latin typeface="+mn-lt"/>
              <a:ea typeface="+mn-ea"/>
            </a:endParaRPr>
          </a:p>
        </p:txBody>
      </p:sp>
      <p:sp>
        <p:nvSpPr>
          <p:cNvPr id="1034" name="Working Draft" hidden="1"/>
          <p:cNvSpPr txBox="1">
            <a:spLocks noChangeArrowheads="1"/>
          </p:cNvSpPr>
          <p:nvPr/>
        </p:nvSpPr>
        <p:spPr bwMode="auto">
          <a:xfrm rot="5400000">
            <a:off x="7799945" y="1940591"/>
            <a:ext cx="218329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600" baseline="0" noProof="0">
                <a:solidFill>
                  <a:schemeClr val="accent6"/>
                </a:solidFill>
                <a:latin typeface="+mn-lt"/>
                <a:ea typeface="+mn-ea"/>
              </a:rPr>
              <a:t>Last Modified 10/03/2017 4:54 PM W. Australia Standard Time</a:t>
            </a:r>
            <a:endParaRPr lang="en-US" baseline="0" noProof="0" dirty="0">
              <a:solidFill>
                <a:schemeClr val="accent6"/>
              </a:solidFill>
              <a:latin typeface="+mn-lt"/>
              <a:ea typeface="+mn-ea"/>
            </a:endParaRPr>
          </a:p>
        </p:txBody>
      </p:sp>
      <p:sp>
        <p:nvSpPr>
          <p:cNvPr id="1035" name="Printed" hidden="1"/>
          <p:cNvSpPr txBox="1">
            <a:spLocks noChangeArrowheads="1"/>
          </p:cNvSpPr>
          <p:nvPr/>
        </p:nvSpPr>
        <p:spPr bwMode="auto">
          <a:xfrm rot="5400000">
            <a:off x="8074057" y="4114417"/>
            <a:ext cx="1635063"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600" baseline="0" noProof="0">
                <a:solidFill>
                  <a:schemeClr val="accent6"/>
                </a:solidFill>
                <a:latin typeface="+mn-lt"/>
                <a:ea typeface="+mn-ea"/>
              </a:rPr>
              <a:t>Printed 2/27/2017 7:03 AM India Standard Time</a:t>
            </a:r>
            <a:endParaRPr lang="en-US" baseline="0" noProof="0" dirty="0">
              <a:solidFill>
                <a:schemeClr val="accent6"/>
              </a:solidFill>
              <a:latin typeface="+mn-lt"/>
              <a:ea typeface="+mn-ea"/>
            </a:endParaRPr>
          </a:p>
        </p:txBody>
      </p:sp>
      <p:sp>
        <p:nvSpPr>
          <p:cNvPr id="1036" name="Rectangle 286"/>
          <p:cNvSpPr>
            <a:spLocks noGrp="1" noChangeArrowheads="1"/>
          </p:cNvSpPr>
          <p:nvPr>
            <p:ph type="body" idx="1"/>
          </p:nvPr>
        </p:nvSpPr>
        <p:spPr bwMode="auto">
          <a:xfrm>
            <a:off x="2329657" y="2317778"/>
            <a:ext cx="4302125" cy="123110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9" name="Title Placeholder 2"/>
          <p:cNvSpPr>
            <a:spLocks noGrp="1" noChangeArrowheads="1"/>
          </p:cNvSpPr>
          <p:nvPr>
            <p:ph type="title"/>
          </p:nvPr>
        </p:nvSpPr>
        <p:spPr bwMode="auto">
          <a:xfrm>
            <a:off x="171451" y="185145"/>
            <a:ext cx="8618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title style</a:t>
            </a:r>
            <a:endParaRPr lang="en-US" noProof="0" dirty="0"/>
          </a:p>
        </p:txBody>
      </p:sp>
      <p:sp>
        <p:nvSpPr>
          <p:cNvPr id="10" name="1. On-page tracker" hidden="1"/>
          <p:cNvSpPr>
            <a:spLocks noChangeArrowheads="1"/>
          </p:cNvSpPr>
          <p:nvPr/>
        </p:nvSpPr>
        <p:spPr bwMode="auto">
          <a:xfrm>
            <a:off x="171450" y="35048"/>
            <a:ext cx="490519"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800" baseline="0" noProof="0" dirty="0">
                <a:solidFill>
                  <a:srgbClr val="808080"/>
                </a:solidFill>
                <a:latin typeface="+mn-lt"/>
                <a:ea typeface="+mj-ea"/>
              </a:rPr>
              <a:t>TRACKER</a:t>
            </a:r>
          </a:p>
        </p:txBody>
      </p:sp>
      <p:sp>
        <p:nvSpPr>
          <p:cNvPr id="11" name="3. Unit of measure" hidden="1"/>
          <p:cNvSpPr txBox="1">
            <a:spLocks noChangeArrowheads="1"/>
          </p:cNvSpPr>
          <p:nvPr/>
        </p:nvSpPr>
        <p:spPr bwMode="auto">
          <a:xfrm>
            <a:off x="171450" y="519908"/>
            <a:ext cx="861853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1600" baseline="0" noProof="0" dirty="0">
                <a:solidFill>
                  <a:srgbClr val="808080"/>
                </a:solidFill>
                <a:latin typeface="+mn-lt"/>
              </a:rPr>
              <a:t>Unit of measure</a:t>
            </a:r>
          </a:p>
        </p:txBody>
      </p:sp>
      <p:grpSp>
        <p:nvGrpSpPr>
          <p:cNvPr id="15" name="ACET" hidden="1"/>
          <p:cNvGrpSpPr>
            <a:grpSpLocks/>
          </p:cNvGrpSpPr>
          <p:nvPr/>
        </p:nvGrpSpPr>
        <p:grpSpPr bwMode="auto">
          <a:xfrm>
            <a:off x="2329657" y="1747865"/>
            <a:ext cx="4302125" cy="508000"/>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b="1" baseline="0" noProof="0" dirty="0">
                  <a:latin typeface="+mn-lt"/>
                  <a:ea typeface="+mn-ea"/>
                </a:rPr>
                <a:t>Title</a:t>
              </a:r>
            </a:p>
            <a:p>
              <a:r>
                <a:rPr lang="en-US" baseline="0" noProof="0" dirty="0">
                  <a:solidFill>
                    <a:srgbClr val="808080"/>
                  </a:solidFill>
                  <a:latin typeface="+mn-lt"/>
                  <a:ea typeface="+mn-ea"/>
                </a:rPr>
                <a:t>Unit of measure</a:t>
              </a:r>
            </a:p>
          </p:txBody>
        </p:sp>
      </p:grpSp>
      <p:grpSp>
        <p:nvGrpSpPr>
          <p:cNvPr id="18" name="LegendBoxes" hidden="1"/>
          <p:cNvGrpSpPr>
            <a:grpSpLocks/>
          </p:cNvGrpSpPr>
          <p:nvPr/>
        </p:nvGrpSpPr>
        <p:grpSpPr bwMode="auto">
          <a:xfrm>
            <a:off x="8026400" y="237755"/>
            <a:ext cx="763588" cy="996951"/>
            <a:chOff x="4936" y="176"/>
            <a:chExt cx="481" cy="628"/>
          </a:xfrm>
        </p:grpSpPr>
        <p:sp>
          <p:nvSpPr>
            <p:cNvPr id="20" name="Legend1"/>
            <p:cNvSpPr>
              <a:spLocks noChangeArrowheads="1"/>
            </p:cNvSpPr>
            <p:nvPr/>
          </p:nvSpPr>
          <p:spPr bwMode="auto">
            <a:xfrm>
              <a:off x="5096"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1" name="LegendRectangle1"/>
            <p:cNvSpPr>
              <a:spLocks noChangeArrowheads="1"/>
            </p:cNvSpPr>
            <p:nvPr/>
          </p:nvSpPr>
          <p:spPr bwMode="auto">
            <a:xfrm>
              <a:off x="4936" y="183"/>
              <a:ext cx="104" cy="101"/>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2" name="Legend2"/>
            <p:cNvSpPr>
              <a:spLocks noChangeArrowheads="1"/>
            </p:cNvSpPr>
            <p:nvPr/>
          </p:nvSpPr>
          <p:spPr bwMode="auto">
            <a:xfrm>
              <a:off x="5096" y="34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3" name="LegendRectangle2"/>
            <p:cNvSpPr>
              <a:spLocks noChangeArrowheads="1"/>
            </p:cNvSpPr>
            <p:nvPr/>
          </p:nvSpPr>
          <p:spPr bwMode="auto">
            <a:xfrm>
              <a:off x="4936" y="353"/>
              <a:ext cx="104" cy="101"/>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4" name="Legend3"/>
            <p:cNvSpPr>
              <a:spLocks noChangeArrowheads="1"/>
            </p:cNvSpPr>
            <p:nvPr/>
          </p:nvSpPr>
          <p:spPr bwMode="auto">
            <a:xfrm>
              <a:off x="5096" y="517"/>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5" name="LegendRectangle3"/>
            <p:cNvSpPr>
              <a:spLocks noChangeArrowheads="1"/>
            </p:cNvSpPr>
            <p:nvPr/>
          </p:nvSpPr>
          <p:spPr bwMode="auto">
            <a:xfrm>
              <a:off x="4936" y="524"/>
              <a:ext cx="104" cy="101"/>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6" name="Legend4"/>
            <p:cNvSpPr>
              <a:spLocks noChangeArrowheads="1"/>
            </p:cNvSpPr>
            <p:nvPr/>
          </p:nvSpPr>
          <p:spPr bwMode="auto">
            <a:xfrm>
              <a:off x="5096" y="688"/>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7" name="LegendRectangle4"/>
            <p:cNvSpPr>
              <a:spLocks noChangeArrowheads="1"/>
            </p:cNvSpPr>
            <p:nvPr/>
          </p:nvSpPr>
          <p:spPr bwMode="auto">
            <a:xfrm>
              <a:off x="4936" y="695"/>
              <a:ext cx="104" cy="101"/>
            </a:xfrm>
            <a:prstGeom prst="rect">
              <a:avLst/>
            </a:prstGeom>
            <a:solidFill>
              <a:schemeClr val="fo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28" name="LegendLines" hidden="1"/>
          <p:cNvGrpSpPr>
            <a:grpSpLocks/>
          </p:cNvGrpSpPr>
          <p:nvPr/>
        </p:nvGrpSpPr>
        <p:grpSpPr bwMode="auto">
          <a:xfrm>
            <a:off x="7718425" y="237755"/>
            <a:ext cx="1071563" cy="730251"/>
            <a:chOff x="4750" y="176"/>
            <a:chExt cx="675" cy="460"/>
          </a:xfrm>
        </p:grpSpPr>
        <p:sp>
          <p:nvSpPr>
            <p:cNvPr id="29" name="LineLegend1"/>
            <p:cNvSpPr>
              <a:spLocks noChangeShapeType="1"/>
            </p:cNvSpPr>
            <p:nvPr/>
          </p:nvSpPr>
          <p:spPr bwMode="auto">
            <a:xfrm>
              <a:off x="4750" y="233"/>
              <a:ext cx="288"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0" name="LineLegend2"/>
            <p:cNvSpPr>
              <a:spLocks noChangeShapeType="1"/>
            </p:cNvSpPr>
            <p:nvPr/>
          </p:nvSpPr>
          <p:spPr bwMode="auto">
            <a:xfrm>
              <a:off x="4750" y="402"/>
              <a:ext cx="288"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1" name="LineLegend3"/>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2" name="Legend1"/>
            <p:cNvSpPr>
              <a:spLocks noChangeArrowheads="1"/>
            </p:cNvSpPr>
            <p:nvPr/>
          </p:nvSpPr>
          <p:spPr bwMode="auto">
            <a:xfrm>
              <a:off x="5104"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3" name="Legend2"/>
            <p:cNvSpPr>
              <a:spLocks noChangeArrowheads="1"/>
            </p:cNvSpPr>
            <p:nvPr/>
          </p:nvSpPr>
          <p:spPr bwMode="auto">
            <a:xfrm>
              <a:off x="5104" y="344"/>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4" name="Legend3"/>
            <p:cNvSpPr>
              <a:spLocks noChangeArrowheads="1"/>
            </p:cNvSpPr>
            <p:nvPr/>
          </p:nvSpPr>
          <p:spPr bwMode="auto">
            <a:xfrm>
              <a:off x="5104" y="520"/>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grpSp>
      <p:grpSp>
        <p:nvGrpSpPr>
          <p:cNvPr id="35" name="McK Sticker" hidden="1"/>
          <p:cNvGrpSpPr/>
          <p:nvPr/>
        </p:nvGrpSpPr>
        <p:grpSpPr bwMode="auto">
          <a:xfrm>
            <a:off x="8064982" y="237755"/>
            <a:ext cx="725006" cy="150811"/>
            <a:chOff x="8015769" y="285750"/>
            <a:chExt cx="725006" cy="150811"/>
          </a:xfrm>
        </p:grpSpPr>
        <p:sp>
          <p:nvSpPr>
            <p:cNvPr id="36" name="StickerRectangle"/>
            <p:cNvSpPr>
              <a:spLocks noChangeArrowheads="1"/>
            </p:cNvSpPr>
            <p:nvPr/>
          </p:nvSpPr>
          <p:spPr bwMode="auto">
            <a:xfrm>
              <a:off x="8015769" y="285750"/>
              <a:ext cx="725006" cy="150811"/>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895350">
                <a:buClr>
                  <a:schemeClr val="tx2"/>
                </a:buClr>
              </a:pPr>
              <a:r>
                <a:rPr lang="en-US" sz="800" dirty="0">
                  <a:solidFill>
                    <a:srgbClr val="808080"/>
                  </a:solidFill>
                  <a:latin typeface="+mn-lt"/>
                </a:rPr>
                <a:t>PRELIMINARY</a:t>
              </a:r>
            </a:p>
          </p:txBody>
        </p:sp>
        <p:cxnSp>
          <p:nvCxnSpPr>
            <p:cNvPr id="37" name="AutoShape 31"/>
            <p:cNvCxnSpPr>
              <a:cxnSpLocks noChangeShapeType="1"/>
              <a:stCxn id="36" idx="2"/>
              <a:endCxn id="36" idx="4"/>
            </p:cNvCxnSpPr>
            <p:nvPr/>
          </p:nvCxnSpPr>
          <p:spPr bwMode="auto">
            <a:xfrm>
              <a:off x="8015769" y="285750"/>
              <a:ext cx="0" cy="150811"/>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38" name="AutoShape 32"/>
            <p:cNvCxnSpPr>
              <a:cxnSpLocks noChangeShapeType="1"/>
              <a:stCxn id="36" idx="4"/>
              <a:endCxn id="36" idx="6"/>
            </p:cNvCxnSpPr>
            <p:nvPr/>
          </p:nvCxnSpPr>
          <p:spPr bwMode="auto">
            <a:xfrm>
              <a:off x="8015769" y="436561"/>
              <a:ext cx="72500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63" name="Slide Number"/>
          <p:cNvSpPr txBox="1">
            <a:spLocks/>
          </p:cNvSpPr>
          <p:nvPr/>
        </p:nvSpPr>
        <p:spPr bwMode="auto">
          <a:xfrm>
            <a:off x="8664954" y="6462552"/>
            <a:ext cx="125034" cy="123111"/>
          </a:xfrm>
          <a:prstGeom prst="rect">
            <a:avLst/>
          </a:prstGeom>
        </p:spPr>
        <p:txBody>
          <a:bodyPr vert="horz" wrap="none" lIns="0" tIns="0" rIns="0" bIns="0" rtlCol="0" anchor="b" anchorCtr="0">
            <a:spAutoFit/>
          </a:bodyPr>
          <a:lstStyle>
            <a:defPPr>
              <a:defRPr lang="en-US"/>
            </a:defPPr>
            <a:lvl1pPr>
              <a:defRPr sz="1000" baseline="0">
                <a:latin typeface="+mn-lt"/>
              </a:defRPr>
            </a:lvl1pPr>
          </a:lstStyle>
          <a:p>
            <a:pPr lvl="0" algn="r"/>
            <a:fld id="{42C328C1-A84F-4A39-A664-DBA00541A8C6}" type="slidenum">
              <a:rPr lang="en-US" sz="800" smtClean="0">
                <a:solidFill>
                  <a:schemeClr val="tx1"/>
                </a:solidFill>
              </a:rPr>
              <a:pPr lvl="0" algn="r"/>
              <a:t>‹#›</a:t>
            </a:fld>
            <a:endParaRPr lang="en-US" sz="800" dirty="0">
              <a:solidFill>
                <a:schemeClr val="tx1"/>
              </a:solidFill>
            </a:endParaRPr>
          </a:p>
        </p:txBody>
      </p:sp>
      <p:grpSp>
        <p:nvGrpSpPr>
          <p:cNvPr id="64" name="Moon" hidden="1"/>
          <p:cNvGrpSpPr>
            <a:grpSpLocks noChangeAspect="1"/>
          </p:cNvGrpSpPr>
          <p:nvPr>
            <p:custDataLst>
              <p:tags r:id="rId5"/>
            </p:custDataLst>
          </p:nvPr>
        </p:nvGrpSpPr>
        <p:grpSpPr bwMode="auto">
          <a:xfrm>
            <a:off x="7170608" y="764013"/>
            <a:ext cx="254000" cy="254000"/>
            <a:chOff x="1600" y="1600"/>
            <a:chExt cx="160" cy="160"/>
          </a:xfrm>
        </p:grpSpPr>
        <p:sp>
          <p:nvSpPr>
            <p:cNvPr id="65" name="Oval 90"/>
            <p:cNvSpPr>
              <a:spLocks noChangeAspect="1" noChangeArrowheads="1"/>
            </p:cNvSpPr>
            <p:nvPr>
              <p:custDataLst>
                <p:tags r:id="rId21"/>
              </p:custDataLst>
            </p:nvPr>
          </p:nvSpPr>
          <p:spPr bwMode="auto">
            <a:xfrm>
              <a:off x="1600" y="1600"/>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Arc 91"/>
            <p:cNvSpPr>
              <a:spLocks noChangeAspect="1"/>
            </p:cNvSpPr>
            <p:nvPr>
              <p:custDataLst>
                <p:tags r:id="rId22"/>
              </p:custDataLst>
            </p:nvPr>
          </p:nvSpPr>
          <p:spPr bwMode="auto">
            <a:xfrm>
              <a:off x="1600" y="1600"/>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7" name="LegendMoons" hidden="1"/>
          <p:cNvGrpSpPr/>
          <p:nvPr/>
        </p:nvGrpSpPr>
        <p:grpSpPr bwMode="auto">
          <a:xfrm>
            <a:off x="7959558" y="237755"/>
            <a:ext cx="830430" cy="1306516"/>
            <a:chOff x="5428012" y="273840"/>
            <a:chExt cx="830430" cy="1306516"/>
          </a:xfrm>
        </p:grpSpPr>
        <p:sp>
          <p:nvSpPr>
            <p:cNvPr id="68" name="Legend1"/>
            <p:cNvSpPr>
              <a:spLocks noChangeArrowheads="1"/>
            </p:cNvSpPr>
            <p:nvPr/>
          </p:nvSpPr>
          <p:spPr bwMode="auto">
            <a:xfrm>
              <a:off x="5748687" y="28654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69" name="Legend2"/>
            <p:cNvSpPr>
              <a:spLocks noChangeArrowheads="1"/>
            </p:cNvSpPr>
            <p:nvPr/>
          </p:nvSpPr>
          <p:spPr bwMode="auto">
            <a:xfrm>
              <a:off x="5748687" y="561178"/>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0" name="Legend3"/>
            <p:cNvSpPr>
              <a:spLocks noChangeArrowheads="1"/>
            </p:cNvSpPr>
            <p:nvPr/>
          </p:nvSpPr>
          <p:spPr bwMode="auto">
            <a:xfrm>
              <a:off x="5748687" y="835817"/>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1" name="Legend4"/>
            <p:cNvSpPr>
              <a:spLocks noChangeArrowheads="1"/>
            </p:cNvSpPr>
            <p:nvPr/>
          </p:nvSpPr>
          <p:spPr bwMode="auto">
            <a:xfrm>
              <a:off x="5748687" y="110728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72" name="Legend5"/>
            <p:cNvSpPr>
              <a:spLocks noChangeArrowheads="1"/>
            </p:cNvSpPr>
            <p:nvPr/>
          </p:nvSpPr>
          <p:spPr bwMode="auto">
            <a:xfrm>
              <a:off x="5748687" y="1383505"/>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grpSp>
          <p:nvGrpSpPr>
            <p:cNvPr id="73" name="MoonLegend1"/>
            <p:cNvGrpSpPr>
              <a:grpSpLocks noChangeAspect="1"/>
            </p:cNvGrpSpPr>
            <p:nvPr userDrawn="1">
              <p:custDataLst>
                <p:tags r:id="rId6"/>
              </p:custDataLst>
            </p:nvPr>
          </p:nvGrpSpPr>
          <p:grpSpPr bwMode="auto">
            <a:xfrm>
              <a:off x="5428012" y="273840"/>
              <a:ext cx="209550" cy="209551"/>
              <a:chOff x="1694" y="2044"/>
              <a:chExt cx="160" cy="160"/>
            </a:xfrm>
          </p:grpSpPr>
          <p:sp>
            <p:nvSpPr>
              <p:cNvPr id="86" name="Oval 41"/>
              <p:cNvSpPr>
                <a:spLocks noChangeAspect="1" noChangeArrowheads="1"/>
              </p:cNvSpPr>
              <p:nvPr>
                <p:custDataLst>
                  <p:tags r:id="rId19"/>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7" name="Arc 42"/>
              <p:cNvSpPr>
                <a:spLocks noChangeAspect="1"/>
              </p:cNvSpPr>
              <p:nvPr>
                <p:custDataLst>
                  <p:tags r:id="rId20"/>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4" name="MoonLegend2"/>
            <p:cNvGrpSpPr>
              <a:grpSpLocks noChangeAspect="1"/>
            </p:cNvGrpSpPr>
            <p:nvPr userDrawn="1">
              <p:custDataLst>
                <p:tags r:id="rId7"/>
              </p:custDataLst>
            </p:nvPr>
          </p:nvGrpSpPr>
          <p:grpSpPr bwMode="auto">
            <a:xfrm>
              <a:off x="5428012" y="548081"/>
              <a:ext cx="209550" cy="209551"/>
              <a:chOff x="1694" y="2044"/>
              <a:chExt cx="160" cy="160"/>
            </a:xfrm>
          </p:grpSpPr>
          <p:sp>
            <p:nvSpPr>
              <p:cNvPr id="84" name="Oval 41"/>
              <p:cNvSpPr>
                <a:spLocks noChangeAspect="1" noChangeArrowheads="1"/>
              </p:cNvSpPr>
              <p:nvPr>
                <p:custDataLst>
                  <p:tags r:id="rId17"/>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5" name="Arc 42"/>
              <p:cNvSpPr>
                <a:spLocks noChangeAspect="1"/>
              </p:cNvSpPr>
              <p:nvPr>
                <p:custDataLst>
                  <p:tags r:id="rId18"/>
                </p:custDataLst>
              </p:nvPr>
            </p:nvSpPr>
            <p:spPr bwMode="auto">
              <a:xfrm>
                <a:off x="1694" y="2044"/>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5" name="MoonLegend3"/>
            <p:cNvGrpSpPr>
              <a:grpSpLocks noChangeAspect="1"/>
            </p:cNvGrpSpPr>
            <p:nvPr userDrawn="1">
              <p:custDataLst>
                <p:tags r:id="rId8"/>
              </p:custDataLst>
            </p:nvPr>
          </p:nvGrpSpPr>
          <p:grpSpPr bwMode="auto">
            <a:xfrm>
              <a:off x="5428012" y="822322"/>
              <a:ext cx="209550" cy="209551"/>
              <a:chOff x="1694" y="2044"/>
              <a:chExt cx="160" cy="160"/>
            </a:xfrm>
          </p:grpSpPr>
          <p:sp>
            <p:nvSpPr>
              <p:cNvPr id="82" name="Oval 41"/>
              <p:cNvSpPr>
                <a:spLocks noChangeAspect="1" noChangeArrowheads="1"/>
              </p:cNvSpPr>
              <p:nvPr>
                <p:custDataLst>
                  <p:tags r:id="rId15"/>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3" name="Arc 42"/>
              <p:cNvSpPr>
                <a:spLocks noChangeAspect="1"/>
              </p:cNvSpPr>
              <p:nvPr>
                <p:custDataLst>
                  <p:tags r:id="rId16"/>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6" name="MoonLegend4"/>
            <p:cNvGrpSpPr>
              <a:grpSpLocks noChangeAspect="1"/>
            </p:cNvGrpSpPr>
            <p:nvPr userDrawn="1">
              <p:custDataLst>
                <p:tags r:id="rId9"/>
              </p:custDataLst>
            </p:nvPr>
          </p:nvGrpSpPr>
          <p:grpSpPr bwMode="auto">
            <a:xfrm>
              <a:off x="5428012" y="1096563"/>
              <a:ext cx="209550" cy="209551"/>
              <a:chOff x="1694" y="2044"/>
              <a:chExt cx="160" cy="160"/>
            </a:xfrm>
          </p:grpSpPr>
          <p:sp>
            <p:nvSpPr>
              <p:cNvPr id="80" name="Oval 41"/>
              <p:cNvSpPr>
                <a:spLocks noChangeAspect="1" noChangeArrowheads="1"/>
              </p:cNvSpPr>
              <p:nvPr>
                <p:custDataLst>
                  <p:tags r:id="rId13"/>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1" name="Arc 42"/>
              <p:cNvSpPr>
                <a:spLocks noChangeAspect="1"/>
              </p:cNvSpPr>
              <p:nvPr>
                <p:custDataLst>
                  <p:tags r:id="rId14"/>
                </p:custDataLst>
              </p:nvPr>
            </p:nvSpPr>
            <p:spPr bwMode="auto">
              <a:xfrm>
                <a:off x="1694" y="2044"/>
                <a:ext cx="160" cy="160"/>
              </a:xfrm>
              <a:prstGeom prst="arc">
                <a:avLst>
                  <a:gd name="adj1" fmla="val 16200000"/>
                  <a:gd name="adj2" fmla="val 108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7" name="MoonLegend5"/>
            <p:cNvGrpSpPr>
              <a:grpSpLocks noChangeAspect="1"/>
            </p:cNvGrpSpPr>
            <p:nvPr userDrawn="1">
              <p:custDataLst>
                <p:tags r:id="rId10"/>
              </p:custDataLst>
            </p:nvPr>
          </p:nvGrpSpPr>
          <p:grpSpPr bwMode="auto">
            <a:xfrm>
              <a:off x="5428012" y="1370805"/>
              <a:ext cx="209550" cy="209551"/>
              <a:chOff x="1694" y="2044"/>
              <a:chExt cx="160" cy="160"/>
            </a:xfrm>
          </p:grpSpPr>
          <p:sp>
            <p:nvSpPr>
              <p:cNvPr id="78" name="Oval 41"/>
              <p:cNvSpPr>
                <a:spLocks noChangeAspect="1" noChangeArrowheads="1"/>
              </p:cNvSpPr>
              <p:nvPr>
                <p:custDataLst>
                  <p:tags r:id="rId11"/>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79" name="Arc 42"/>
              <p:cNvSpPr>
                <a:spLocks noChangeAspect="1"/>
              </p:cNvSpPr>
              <p:nvPr>
                <p:custDataLst>
                  <p:tags r:id="rId12"/>
                </p:custDataLst>
              </p:nvPr>
            </p:nvSpPr>
            <p:spPr bwMode="auto">
              <a:xfrm>
                <a:off x="1694" y="2044"/>
                <a:ext cx="160" cy="160"/>
              </a:xfrm>
              <a:prstGeom prst="arc">
                <a:avLst>
                  <a:gd name="adj1" fmla="val 16200000"/>
                  <a:gd name="adj2" fmla="val 162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grpSp>
        <p:nvGrpSpPr>
          <p:cNvPr id="3" name="Slide Elements" hidden="1"/>
          <p:cNvGrpSpPr/>
          <p:nvPr/>
        </p:nvGrpSpPr>
        <p:grpSpPr bwMode="auto">
          <a:xfrm>
            <a:off x="171450" y="6276179"/>
            <a:ext cx="7277099" cy="309484"/>
            <a:chOff x="171451" y="6321899"/>
            <a:chExt cx="7200000" cy="309484"/>
          </a:xfrm>
        </p:grpSpPr>
        <p:sp>
          <p:nvSpPr>
            <p:cNvPr id="89" name="4. Footnote"/>
            <p:cNvSpPr txBox="1">
              <a:spLocks noChangeArrowheads="1"/>
            </p:cNvSpPr>
            <p:nvPr/>
          </p:nvSpPr>
          <p:spPr bwMode="auto">
            <a:xfrm>
              <a:off x="171451" y="6321899"/>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lang="x-none" sz="2400">
                  <a:solidFill>
                    <a:schemeClr val="tx1"/>
                  </a:solidFill>
                  <a:latin typeface="Arial" charset="0"/>
                </a:defRPr>
              </a:lvl1pPr>
              <a:lvl2pPr marL="1031875" defTabSz="895350">
                <a:defRPr lang="x-none" sz="2400">
                  <a:solidFill>
                    <a:schemeClr val="tx1"/>
                  </a:solidFill>
                  <a:latin typeface="Arial" charset="0"/>
                </a:defRPr>
              </a:lvl2pPr>
              <a:lvl3pPr marL="1217613" defTabSz="895350">
                <a:defRPr lang="x-none" sz="2400">
                  <a:solidFill>
                    <a:schemeClr val="tx1"/>
                  </a:solidFill>
                  <a:latin typeface="Arial" charset="0"/>
                </a:defRPr>
              </a:lvl3pPr>
              <a:lvl4pPr marL="1404938" defTabSz="895350">
                <a:defRPr lang="x-none" sz="2400">
                  <a:solidFill>
                    <a:schemeClr val="tx1"/>
                  </a:solidFill>
                  <a:latin typeface="Arial" charset="0"/>
                </a:defRPr>
              </a:lvl4pPr>
              <a:lvl5pPr marL="1792288" defTabSz="895350">
                <a:defRPr lang="x-none" sz="2400">
                  <a:solidFill>
                    <a:schemeClr val="tx1"/>
                  </a:solidFill>
                  <a:latin typeface="Arial" charset="0"/>
                </a:defRPr>
              </a:lvl5pPr>
              <a:lvl6pPr marL="2249488" defTabSz="895350" fontAlgn="base">
                <a:spcBef>
                  <a:spcPct val="0"/>
                </a:spcBef>
                <a:spcAft>
                  <a:spcPct val="0"/>
                </a:spcAft>
                <a:defRPr lang="x-none" sz="2400">
                  <a:solidFill>
                    <a:schemeClr val="tx1"/>
                  </a:solidFill>
                  <a:latin typeface="Arial" charset="0"/>
                </a:defRPr>
              </a:lvl6pPr>
              <a:lvl7pPr marL="2706688" defTabSz="895350" fontAlgn="base">
                <a:spcBef>
                  <a:spcPct val="0"/>
                </a:spcBef>
                <a:spcAft>
                  <a:spcPct val="0"/>
                </a:spcAft>
                <a:defRPr lang="x-none" sz="2400">
                  <a:solidFill>
                    <a:schemeClr val="tx1"/>
                  </a:solidFill>
                  <a:latin typeface="Arial" charset="0"/>
                </a:defRPr>
              </a:lvl7pPr>
              <a:lvl8pPr marL="3163888" defTabSz="895350" fontAlgn="base">
                <a:spcBef>
                  <a:spcPct val="0"/>
                </a:spcBef>
                <a:spcAft>
                  <a:spcPct val="0"/>
                </a:spcAft>
                <a:defRPr lang="x-none" sz="2400">
                  <a:solidFill>
                    <a:schemeClr val="tx1"/>
                  </a:solidFill>
                  <a:latin typeface="Arial" charset="0"/>
                </a:defRPr>
              </a:lvl8pPr>
              <a:lvl9pPr marL="3621088" defTabSz="895350" fontAlgn="base">
                <a:spcBef>
                  <a:spcPct val="0"/>
                </a:spcBef>
                <a:spcAft>
                  <a:spcPct val="0"/>
                </a:spcAft>
                <a:defRPr lang="x-none" sz="2400">
                  <a:solidFill>
                    <a:schemeClr val="tx1"/>
                  </a:solidFill>
                  <a:latin typeface="Arial" charset="0"/>
                </a:defRPr>
              </a:lvl9pPr>
            </a:lstStyle>
            <a:p>
              <a:pPr marL="85725" indent="-85725">
                <a:defRPr lang="x-none"/>
              </a:pPr>
              <a:r>
                <a:rPr lang="x-none" sz="800" baseline="0" dirty="0">
                  <a:solidFill>
                    <a:schemeClr val="tx1"/>
                  </a:solidFill>
                  <a:latin typeface="+mn-lt"/>
                  <a:ea typeface="+mn-ea"/>
                </a:rPr>
                <a:t>1 Footnote</a:t>
              </a:r>
            </a:p>
          </p:txBody>
        </p:sp>
        <p:sp>
          <p:nvSpPr>
            <p:cNvPr id="90" name="5. Source"/>
            <p:cNvSpPr>
              <a:spLocks noChangeArrowheads="1"/>
            </p:cNvSpPr>
            <p:nvPr/>
          </p:nvSpPr>
          <p:spPr bwMode="auto">
            <a:xfrm>
              <a:off x="171451" y="6508272"/>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marL="409575" indent="-409575" defTabSz="895350">
                <a:tabLst>
                  <a:tab pos="409575" algn="l"/>
                </a:tabLst>
              </a:pPr>
              <a:r>
                <a:rPr lang="x-none" sz="800" baseline="0" dirty="0">
                  <a:solidFill>
                    <a:schemeClr val="tx1"/>
                  </a:solidFill>
                  <a:latin typeface="+mn-lt"/>
                  <a:ea typeface="+mn-ea"/>
                </a:rPr>
                <a:t>Source : Source</a:t>
              </a:r>
            </a:p>
          </p:txBody>
        </p:sp>
      </p:grpSp>
      <p:sp>
        <p:nvSpPr>
          <p:cNvPr id="62" name="Rectangle 61"/>
          <p:cNvSpPr/>
          <p:nvPr/>
        </p:nvSpPr>
        <p:spPr bwMode="auto">
          <a:xfrm>
            <a:off x="0" y="6674787"/>
            <a:ext cx="896143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3629404267"/>
      </p:ext>
    </p:extLst>
  </p:cSld>
  <p:clrMap bg1="lt1" tx1="dk1" bg2="lt2" tx2="dk2" accent1="accent1" accent2="accent2" accent3="accent3" accent4="accent4" accent5="accent5" accent6="accent6" hlink="hlink" folHlink="folHlink"/>
  <p:sldLayoutIdLst>
    <p:sldLayoutId id="2147483688" r:id="rId1"/>
    <p:sldLayoutId id="2147483689" r:id="rId2"/>
  </p:sldLayoutIdLst>
  <p:hf hdr="0" ftr="0" dt="0"/>
  <p:txStyles>
    <p:titleStyle>
      <a:lvl1pPr algn="l" defTabSz="895350" rtl="0" eaLnBrk="1" fontAlgn="base" hangingPunct="1">
        <a:spcBef>
          <a:spcPct val="0"/>
        </a:spcBef>
        <a:spcAft>
          <a:spcPct val="0"/>
        </a:spcAft>
        <a:tabLst>
          <a:tab pos="269875" algn="l"/>
        </a:tabLst>
        <a:defRPr sz="2000" b="0" baseline="0">
          <a:solidFill>
            <a:schemeClr val="accent3"/>
          </a:solidFill>
          <a:latin typeface="+mj-lt"/>
          <a:ea typeface="Arial Unicode MS" pitchFamily="34" charset="-128"/>
          <a:cs typeface="Arial Unicode MS" pitchFamily="34" charset="-128"/>
        </a:defRPr>
      </a:lvl1pPr>
      <a:lvl2pPr algn="l" defTabSz="895350" rtl="0" eaLnBrk="1" fontAlgn="base" hangingPunct="1">
        <a:spcBef>
          <a:spcPct val="0"/>
        </a:spcBef>
        <a:spcAft>
          <a:spcPct val="0"/>
        </a:spcAft>
        <a:defRPr sz="1900" b="1">
          <a:solidFill>
            <a:schemeClr val="tx2"/>
          </a:solidFill>
          <a:latin typeface="Arial" charset="0"/>
        </a:defRPr>
      </a:lvl2pPr>
      <a:lvl3pPr algn="l" defTabSz="895350" rtl="0" eaLnBrk="1" fontAlgn="base" hangingPunct="1">
        <a:spcBef>
          <a:spcPct val="0"/>
        </a:spcBef>
        <a:spcAft>
          <a:spcPct val="0"/>
        </a:spcAft>
        <a:defRPr sz="1900" b="1">
          <a:solidFill>
            <a:schemeClr val="tx2"/>
          </a:solidFill>
          <a:latin typeface="Arial" charset="0"/>
        </a:defRPr>
      </a:lvl3pPr>
      <a:lvl4pPr algn="l" defTabSz="895350" rtl="0" eaLnBrk="1" fontAlgn="base" hangingPunct="1">
        <a:spcBef>
          <a:spcPct val="0"/>
        </a:spcBef>
        <a:spcAft>
          <a:spcPct val="0"/>
        </a:spcAft>
        <a:defRPr sz="1900" b="1">
          <a:solidFill>
            <a:schemeClr val="tx2"/>
          </a:solidFill>
          <a:latin typeface="Arial" charset="0"/>
        </a:defRPr>
      </a:lvl4pPr>
      <a:lvl5pPr algn="l" defTabSz="895350" rtl="0" eaLnBrk="1" fontAlgn="base" hangingPunct="1">
        <a:spcBef>
          <a:spcPct val="0"/>
        </a:spcBef>
        <a:spcAft>
          <a:spcPct val="0"/>
        </a:spcAft>
        <a:defRPr sz="1900" b="1">
          <a:solidFill>
            <a:schemeClr val="tx2"/>
          </a:solidFill>
          <a:latin typeface="Arial" charset="0"/>
        </a:defRPr>
      </a:lvl5pPr>
      <a:lvl6pPr marL="457200" algn="l" defTabSz="895350" rtl="0" eaLnBrk="1" fontAlgn="base" hangingPunct="1">
        <a:spcBef>
          <a:spcPct val="0"/>
        </a:spcBef>
        <a:spcAft>
          <a:spcPct val="0"/>
        </a:spcAft>
        <a:defRPr sz="1900" b="1">
          <a:solidFill>
            <a:schemeClr val="tx2"/>
          </a:solidFill>
          <a:latin typeface="Arial" charset="0"/>
        </a:defRPr>
      </a:lvl6pPr>
      <a:lvl7pPr marL="914400" algn="l" defTabSz="895350" rtl="0" eaLnBrk="1" fontAlgn="base" hangingPunct="1">
        <a:spcBef>
          <a:spcPct val="0"/>
        </a:spcBef>
        <a:spcAft>
          <a:spcPct val="0"/>
        </a:spcAft>
        <a:defRPr sz="1900" b="1">
          <a:solidFill>
            <a:schemeClr val="tx2"/>
          </a:solidFill>
          <a:latin typeface="Arial" charset="0"/>
        </a:defRPr>
      </a:lvl7pPr>
      <a:lvl8pPr marL="1371600" algn="l" defTabSz="895350" rtl="0" eaLnBrk="1" fontAlgn="base" hangingPunct="1">
        <a:spcBef>
          <a:spcPct val="0"/>
        </a:spcBef>
        <a:spcAft>
          <a:spcPct val="0"/>
        </a:spcAft>
        <a:defRPr sz="1900" b="1">
          <a:solidFill>
            <a:schemeClr val="tx2"/>
          </a:solidFill>
          <a:latin typeface="Arial" charset="0"/>
        </a:defRPr>
      </a:lvl8pPr>
      <a:lvl9pPr marL="1828800" algn="l" defTabSz="895350" rtl="0" eaLnBrk="1" fontAlgn="base" hangingPunct="1">
        <a:spcBef>
          <a:spcPct val="0"/>
        </a:spcBef>
        <a:spcAft>
          <a:spcPct val="0"/>
        </a:spcAft>
        <a:defRPr sz="1900" b="1">
          <a:solidFill>
            <a:schemeClr val="tx2"/>
          </a:solidFill>
          <a:latin typeface="Arial" charset="0"/>
        </a:defRPr>
      </a:lvl9pPr>
    </p:titleStyle>
    <p:bodyStyle>
      <a:lvl1pPr marL="0" indent="0" algn="l" defTabSz="895350" rtl="0" eaLnBrk="1" fontAlgn="base" hangingPunct="1">
        <a:spcBef>
          <a:spcPct val="0"/>
        </a:spcBef>
        <a:spcAft>
          <a:spcPct val="0"/>
        </a:spcAft>
        <a:buClr>
          <a:schemeClr val="tx2"/>
        </a:buClr>
        <a:defRPr sz="1600" baseline="0">
          <a:solidFill>
            <a:schemeClr val="tx1"/>
          </a:solidFill>
          <a:latin typeface="+mn-lt"/>
          <a:ea typeface="Arial Unicode MS" pitchFamily="34" charset="-128"/>
          <a:cs typeface="Arial Unicode MS" pitchFamily="34" charset="-128"/>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ea typeface="Arial Unicode MS" pitchFamily="34" charset="-128"/>
          <a:cs typeface="Arial Unicode MS" pitchFamily="34" charset="-128"/>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4pPr>
      <a:lvl5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ea typeface="Arial Unicode MS" pitchFamily="34" charset="-128"/>
          <a:cs typeface="Arial Unicode MS" pitchFamily="34" charset="-128"/>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415498"/>
          </a:xfrm>
        </p:spPr>
        <p:txBody>
          <a:bodyPr/>
          <a:lstStyle/>
          <a:p>
            <a:pPr algn="just"/>
            <a:r>
              <a:rPr lang="en-GB" sz="1350" b="1" dirty="0"/>
              <a:t>With a R Squared value of 0.75 our multiple regressive equation has a strong linear fit, with smoking, age and BMI having the strongest correlations, enabling us to create a forecast within a 75% ($-5419) range.</a:t>
            </a:r>
            <a:endParaRPr lang="en-AU" sz="135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7086ECD-9D9E-4DB0-8C88-272D3613C8FF}"/>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6" name="Picture 5">
            <a:extLst>
              <a:ext uri="{FF2B5EF4-FFF2-40B4-BE49-F238E27FC236}">
                <a16:creationId xmlns:a16="http://schemas.microsoft.com/office/drawing/2014/main" id="{4C53F559-1135-7BF8-F2E7-A02A12276FD8}"/>
              </a:ext>
            </a:extLst>
          </p:cNvPr>
          <p:cNvPicPr>
            <a:picLocks noChangeAspect="1"/>
          </p:cNvPicPr>
          <p:nvPr/>
        </p:nvPicPr>
        <p:blipFill>
          <a:blip r:embed="rId2"/>
          <a:stretch>
            <a:fillRect/>
          </a:stretch>
        </p:blipFill>
        <p:spPr>
          <a:xfrm>
            <a:off x="4869455" y="3142021"/>
            <a:ext cx="3911073" cy="3105831"/>
          </a:xfrm>
          <a:prstGeom prst="rect">
            <a:avLst/>
          </a:prstGeom>
        </p:spPr>
      </p:pic>
      <p:pic>
        <p:nvPicPr>
          <p:cNvPr id="8" name="Picture 7">
            <a:extLst>
              <a:ext uri="{FF2B5EF4-FFF2-40B4-BE49-F238E27FC236}">
                <a16:creationId xmlns:a16="http://schemas.microsoft.com/office/drawing/2014/main" id="{2B7B0CCB-7CC9-D432-19B3-0455D20356A1}"/>
              </a:ext>
            </a:extLst>
          </p:cNvPr>
          <p:cNvPicPr>
            <a:picLocks noChangeAspect="1"/>
          </p:cNvPicPr>
          <p:nvPr/>
        </p:nvPicPr>
        <p:blipFill>
          <a:blip r:embed="rId3"/>
          <a:stretch>
            <a:fillRect/>
          </a:stretch>
        </p:blipFill>
        <p:spPr>
          <a:xfrm>
            <a:off x="181260" y="981006"/>
            <a:ext cx="5635645" cy="2077135"/>
          </a:xfrm>
          <a:prstGeom prst="rect">
            <a:avLst/>
          </a:prstGeom>
        </p:spPr>
      </p:pic>
    </p:spTree>
    <p:extLst>
      <p:ext uri="{BB962C8B-B14F-4D97-AF65-F5344CB8AC3E}">
        <p14:creationId xmlns:p14="http://schemas.microsoft.com/office/powerpoint/2010/main" val="2535748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Analysis of medical insurance charges against BMI weight classification yields a weakly linear relationship, where costs increase as the BMI increases. However, we note there exists different pricing clusters, where high BMIs exist, but medical charges remain relatively low. </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3" name="Picture 2">
            <a:extLst>
              <a:ext uri="{FF2B5EF4-FFF2-40B4-BE49-F238E27FC236}">
                <a16:creationId xmlns:a16="http://schemas.microsoft.com/office/drawing/2014/main" id="{F2861AE3-72AA-58DC-565D-6F3EF03E3066}"/>
              </a:ext>
            </a:extLst>
          </p:cNvPr>
          <p:cNvPicPr>
            <a:picLocks noChangeAspect="1"/>
          </p:cNvPicPr>
          <p:nvPr/>
        </p:nvPicPr>
        <p:blipFill>
          <a:blip r:embed="rId2"/>
          <a:stretch>
            <a:fillRect/>
          </a:stretch>
        </p:blipFill>
        <p:spPr>
          <a:xfrm>
            <a:off x="175416" y="5582298"/>
            <a:ext cx="8610601" cy="488957"/>
          </a:xfrm>
          <a:prstGeom prst="rect">
            <a:avLst/>
          </a:prstGeom>
        </p:spPr>
      </p:pic>
      <p:pic>
        <p:nvPicPr>
          <p:cNvPr id="5" name="Picture 4">
            <a:extLst>
              <a:ext uri="{FF2B5EF4-FFF2-40B4-BE49-F238E27FC236}">
                <a16:creationId xmlns:a16="http://schemas.microsoft.com/office/drawing/2014/main" id="{0431A4C7-570E-9D0C-DE0B-E0567E06E1D4}"/>
              </a:ext>
            </a:extLst>
          </p:cNvPr>
          <p:cNvPicPr>
            <a:picLocks noChangeAspect="1"/>
          </p:cNvPicPr>
          <p:nvPr/>
        </p:nvPicPr>
        <p:blipFill>
          <a:blip r:embed="rId3"/>
          <a:stretch>
            <a:fillRect/>
          </a:stretch>
        </p:blipFill>
        <p:spPr>
          <a:xfrm>
            <a:off x="229670" y="1003372"/>
            <a:ext cx="8322710" cy="4240809"/>
          </a:xfrm>
          <a:prstGeom prst="rect">
            <a:avLst/>
          </a:prstGeom>
        </p:spPr>
      </p:pic>
    </p:spTree>
    <p:extLst>
      <p:ext uri="{BB962C8B-B14F-4D97-AF65-F5344CB8AC3E}">
        <p14:creationId xmlns:p14="http://schemas.microsoft.com/office/powerpoint/2010/main" val="1167718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430887"/>
          </a:xfrm>
        </p:spPr>
        <p:txBody>
          <a:bodyPr/>
          <a:lstStyle/>
          <a:p>
            <a:pPr algn="just"/>
            <a:r>
              <a:rPr lang="en-GB" sz="1400" b="1" dirty="0"/>
              <a:t>Further segmentation of the data, indicates the presence of smoking seems to be correlated towards higher medical charges, irrespective of BMI classification.</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8" name="Picture 7">
            <a:extLst>
              <a:ext uri="{FF2B5EF4-FFF2-40B4-BE49-F238E27FC236}">
                <a16:creationId xmlns:a16="http://schemas.microsoft.com/office/drawing/2014/main" id="{9BC1D6E3-36A2-68D4-339C-0BA954B880BC}"/>
              </a:ext>
            </a:extLst>
          </p:cNvPr>
          <p:cNvPicPr>
            <a:picLocks noChangeAspect="1"/>
          </p:cNvPicPr>
          <p:nvPr/>
        </p:nvPicPr>
        <p:blipFill>
          <a:blip r:embed="rId2"/>
          <a:stretch>
            <a:fillRect/>
          </a:stretch>
        </p:blipFill>
        <p:spPr>
          <a:xfrm>
            <a:off x="3785882" y="3630305"/>
            <a:ext cx="5123168" cy="2644573"/>
          </a:xfrm>
          <a:prstGeom prst="rect">
            <a:avLst/>
          </a:prstGeom>
        </p:spPr>
      </p:pic>
      <p:pic>
        <p:nvPicPr>
          <p:cNvPr id="9" name="image2.png">
            <a:extLst>
              <a:ext uri="{FF2B5EF4-FFF2-40B4-BE49-F238E27FC236}">
                <a16:creationId xmlns:a16="http://schemas.microsoft.com/office/drawing/2014/main" id="{00000000-0008-0000-0300-000002000000}"/>
              </a:ext>
            </a:extLst>
          </p:cNvPr>
          <p:cNvPicPr preferRelativeResize="0"/>
          <p:nvPr/>
        </p:nvPicPr>
        <p:blipFill>
          <a:blip r:embed="rId3" cstate="print"/>
          <a:stretch>
            <a:fillRect/>
          </a:stretch>
        </p:blipFill>
        <p:spPr>
          <a:xfrm>
            <a:off x="120083" y="1047087"/>
            <a:ext cx="4902294" cy="2644574"/>
          </a:xfrm>
          <a:prstGeom prst="rect">
            <a:avLst/>
          </a:prstGeom>
          <a:noFill/>
        </p:spPr>
      </p:pic>
    </p:spTree>
    <p:extLst>
      <p:ext uri="{BB962C8B-B14F-4D97-AF65-F5344CB8AC3E}">
        <p14:creationId xmlns:p14="http://schemas.microsoft.com/office/powerpoint/2010/main" val="1136814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Building on our smoking theme, it is clear to see that this trend is again present as we analyse medical insurance charges by geographic segmentation. In the absence of smoking, the mean insurance charge is $8,434.27; however, with smoking, the mean charge is $32,050.23, 74% higher. </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5" name="Picture 4">
            <a:extLst>
              <a:ext uri="{FF2B5EF4-FFF2-40B4-BE49-F238E27FC236}">
                <a16:creationId xmlns:a16="http://schemas.microsoft.com/office/drawing/2014/main" id="{44D16D78-447E-21CE-7D91-5903E1CFA328}"/>
              </a:ext>
            </a:extLst>
          </p:cNvPr>
          <p:cNvPicPr>
            <a:picLocks noChangeAspect="1"/>
          </p:cNvPicPr>
          <p:nvPr/>
        </p:nvPicPr>
        <p:blipFill>
          <a:blip r:embed="rId2"/>
          <a:stretch>
            <a:fillRect/>
          </a:stretch>
        </p:blipFill>
        <p:spPr>
          <a:xfrm>
            <a:off x="81756" y="957921"/>
            <a:ext cx="4309269" cy="2581846"/>
          </a:xfrm>
          <a:prstGeom prst="rect">
            <a:avLst/>
          </a:prstGeom>
        </p:spPr>
      </p:pic>
      <p:pic>
        <p:nvPicPr>
          <p:cNvPr id="7" name="Picture 6">
            <a:extLst>
              <a:ext uri="{FF2B5EF4-FFF2-40B4-BE49-F238E27FC236}">
                <a16:creationId xmlns:a16="http://schemas.microsoft.com/office/drawing/2014/main" id="{5DBDED44-69F9-52F5-AB5A-9A966759BC7A}"/>
              </a:ext>
            </a:extLst>
          </p:cNvPr>
          <p:cNvPicPr>
            <a:picLocks noChangeAspect="1"/>
          </p:cNvPicPr>
          <p:nvPr/>
        </p:nvPicPr>
        <p:blipFill>
          <a:blip r:embed="rId3"/>
          <a:stretch>
            <a:fillRect/>
          </a:stretch>
        </p:blipFill>
        <p:spPr>
          <a:xfrm>
            <a:off x="4340672" y="3602989"/>
            <a:ext cx="4383231" cy="2619862"/>
          </a:xfrm>
          <a:prstGeom prst="rect">
            <a:avLst/>
          </a:prstGeom>
        </p:spPr>
      </p:pic>
    </p:spTree>
    <p:extLst>
      <p:ext uri="{BB962C8B-B14F-4D97-AF65-F5344CB8AC3E}">
        <p14:creationId xmlns:p14="http://schemas.microsoft.com/office/powerpoint/2010/main" val="2537897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Further emphasizing the impact of smoking, the minimum medical insurance charges between those that smoke ($12.8K) and those that don’t smoke($1.1k) are as high as $11.7K (~11.4x), with the bulk of non-smokers having insurance costs less than 11K.</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7" name="Picture 6">
            <a:extLst>
              <a:ext uri="{FF2B5EF4-FFF2-40B4-BE49-F238E27FC236}">
                <a16:creationId xmlns:a16="http://schemas.microsoft.com/office/drawing/2014/main" id="{A3D62B20-469E-D105-954C-4E9A8AA326B2}"/>
              </a:ext>
            </a:extLst>
          </p:cNvPr>
          <p:cNvPicPr>
            <a:picLocks noChangeAspect="1"/>
          </p:cNvPicPr>
          <p:nvPr/>
        </p:nvPicPr>
        <p:blipFill>
          <a:blip r:embed="rId2"/>
          <a:stretch>
            <a:fillRect/>
          </a:stretch>
        </p:blipFill>
        <p:spPr>
          <a:xfrm>
            <a:off x="65398" y="957921"/>
            <a:ext cx="4253939" cy="2857209"/>
          </a:xfrm>
          <a:prstGeom prst="rect">
            <a:avLst/>
          </a:prstGeom>
        </p:spPr>
      </p:pic>
      <p:pic>
        <p:nvPicPr>
          <p:cNvPr id="8" name="Picture 7">
            <a:extLst>
              <a:ext uri="{FF2B5EF4-FFF2-40B4-BE49-F238E27FC236}">
                <a16:creationId xmlns:a16="http://schemas.microsoft.com/office/drawing/2014/main" id="{9E2BD9BE-393E-7FCF-A57D-6FC738F4DB89}"/>
              </a:ext>
            </a:extLst>
          </p:cNvPr>
          <p:cNvPicPr>
            <a:picLocks noChangeAspect="1"/>
          </p:cNvPicPr>
          <p:nvPr/>
        </p:nvPicPr>
        <p:blipFill>
          <a:blip r:embed="rId3"/>
          <a:stretch>
            <a:fillRect/>
          </a:stretch>
        </p:blipFill>
        <p:spPr>
          <a:xfrm>
            <a:off x="3227102" y="3765886"/>
            <a:ext cx="5580717" cy="2568071"/>
          </a:xfrm>
          <a:prstGeom prst="rect">
            <a:avLst/>
          </a:prstGeom>
        </p:spPr>
      </p:pic>
    </p:spTree>
    <p:extLst>
      <p:ext uri="{BB962C8B-B14F-4D97-AF65-F5344CB8AC3E}">
        <p14:creationId xmlns:p14="http://schemas.microsoft.com/office/powerpoint/2010/main" val="595327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From an ageing lens, those who don’t smoke tend to have 2 – 3x lower costs, than those that do smoke. Specifically, the insurance charges for smokers increase by $19,025.21 (56%) and $19,382.67 (48%) for those between the Mature Age and Senior Age Groupings, respectively.</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4D93FEF-20B3-4938-A65F-A142F4B92D1C}"/>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5" name="Picture 4">
            <a:extLst>
              <a:ext uri="{FF2B5EF4-FFF2-40B4-BE49-F238E27FC236}">
                <a16:creationId xmlns:a16="http://schemas.microsoft.com/office/drawing/2014/main" id="{EDE0D716-17C0-ED7A-1AD6-39F5C34F2F97}"/>
              </a:ext>
            </a:extLst>
          </p:cNvPr>
          <p:cNvPicPr>
            <a:picLocks noChangeAspect="1"/>
          </p:cNvPicPr>
          <p:nvPr/>
        </p:nvPicPr>
        <p:blipFill>
          <a:blip r:embed="rId2"/>
          <a:stretch>
            <a:fillRect/>
          </a:stretch>
        </p:blipFill>
        <p:spPr>
          <a:xfrm>
            <a:off x="228433" y="1719995"/>
            <a:ext cx="8623634" cy="3281483"/>
          </a:xfrm>
          <a:prstGeom prst="rect">
            <a:avLst/>
          </a:prstGeom>
        </p:spPr>
      </p:pic>
    </p:spTree>
    <p:extLst>
      <p:ext uri="{BB962C8B-B14F-4D97-AF65-F5344CB8AC3E}">
        <p14:creationId xmlns:p14="http://schemas.microsoft.com/office/powerpoint/2010/main" val="3580879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Lastly, segmentation of our data via gender, yields little difference, in the absence of smoking. However, in the presence of smoking, the average medical insurance charge increases by ~$25K (309%) for men versus females ($21K), a 250% increase. </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94091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26E5207-9197-48D6-B5F6-50575C4A336F}"/>
              </a:ext>
            </a:extLst>
          </p:cNvPr>
          <p:cNvSpPr txBox="1"/>
          <p:nvPr/>
        </p:nvSpPr>
        <p:spPr>
          <a:xfrm>
            <a:off x="171450" y="6409372"/>
            <a:ext cx="7841061" cy="253916"/>
          </a:xfrm>
          <a:prstGeom prst="rect">
            <a:avLst/>
          </a:prstGeom>
          <a:noFill/>
        </p:spPr>
        <p:txBody>
          <a:bodyPr wrap="square" rtlCol="0">
            <a:spAutoFit/>
          </a:bodyPr>
          <a:lstStyle/>
          <a:p>
            <a:r>
              <a:rPr lang="en-AU" sz="1050" b="1" i="1" dirty="0"/>
              <a:t>Note: We’ve included a sample headline for you – you can feel free to use this or modify this as you see fit</a:t>
            </a:r>
          </a:p>
        </p:txBody>
      </p:sp>
      <p:pic>
        <p:nvPicPr>
          <p:cNvPr id="5" name="Picture 4">
            <a:extLst>
              <a:ext uri="{FF2B5EF4-FFF2-40B4-BE49-F238E27FC236}">
                <a16:creationId xmlns:a16="http://schemas.microsoft.com/office/drawing/2014/main" id="{195C86AD-E703-D8A5-D7A2-643E185BB1A8}"/>
              </a:ext>
            </a:extLst>
          </p:cNvPr>
          <p:cNvPicPr>
            <a:picLocks noChangeAspect="1"/>
          </p:cNvPicPr>
          <p:nvPr/>
        </p:nvPicPr>
        <p:blipFill>
          <a:blip r:embed="rId2"/>
          <a:stretch>
            <a:fillRect/>
          </a:stretch>
        </p:blipFill>
        <p:spPr>
          <a:xfrm>
            <a:off x="175042" y="1726415"/>
            <a:ext cx="4215983" cy="3268641"/>
          </a:xfrm>
          <a:prstGeom prst="rect">
            <a:avLst/>
          </a:prstGeom>
        </p:spPr>
      </p:pic>
      <p:pic>
        <p:nvPicPr>
          <p:cNvPr id="6" name="Picture 5">
            <a:extLst>
              <a:ext uri="{FF2B5EF4-FFF2-40B4-BE49-F238E27FC236}">
                <a16:creationId xmlns:a16="http://schemas.microsoft.com/office/drawing/2014/main" id="{AFD32D21-B852-C0B2-1D2C-39AC7B4C51B0}"/>
              </a:ext>
            </a:extLst>
          </p:cNvPr>
          <p:cNvPicPr>
            <a:picLocks noChangeAspect="1"/>
          </p:cNvPicPr>
          <p:nvPr/>
        </p:nvPicPr>
        <p:blipFill>
          <a:blip r:embed="rId3"/>
          <a:stretch>
            <a:fillRect/>
          </a:stretch>
        </p:blipFill>
        <p:spPr>
          <a:xfrm>
            <a:off x="4540250" y="1726416"/>
            <a:ext cx="4215983" cy="3268641"/>
          </a:xfrm>
          <a:prstGeom prst="rect">
            <a:avLst/>
          </a:prstGeom>
        </p:spPr>
      </p:pic>
    </p:spTree>
    <p:extLst>
      <p:ext uri="{BB962C8B-B14F-4D97-AF65-F5344CB8AC3E}">
        <p14:creationId xmlns:p14="http://schemas.microsoft.com/office/powerpoint/2010/main" val="28442866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AME" val="Moon"/>
  <p:tag name="TYPE" val="McK Moon"/>
</p:tagLst>
</file>

<file path=ppt/tags/tag3.xml><?xml version="1.0" encoding="utf-8"?>
<p:tagLst xmlns:a="http://schemas.openxmlformats.org/drawingml/2006/main" xmlns:r="http://schemas.openxmlformats.org/officeDocument/2006/relationships" xmlns:p="http://schemas.openxmlformats.org/presentationml/2006/main">
  <p:tag name="NAME" val="Moon"/>
</p:tagLst>
</file>

<file path=ppt/tags/tag4.xml><?xml version="1.0" encoding="utf-8"?>
<p:tagLst xmlns:a="http://schemas.openxmlformats.org/drawingml/2006/main" xmlns:r="http://schemas.openxmlformats.org/officeDocument/2006/relationships" xmlns:p="http://schemas.openxmlformats.org/presentationml/2006/main">
  <p:tag name="NAME" val="Moon"/>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0.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1.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2.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13.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4.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6.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8.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heme/theme1.xml><?xml version="1.0" encoding="utf-8"?>
<a:theme xmlns:a="http://schemas.openxmlformats.org/drawingml/2006/main" name="1_Synergy_CF_YNR013">
  <a:themeElements>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ynergy_CF_YNR013.potx" id="{5B0B8770-4875-4F3D-A851-ED2332DB7D84}" vid="{3E5BE603-DDA9-4662-BF9D-F22E86449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16909</TotalTime>
  <Words>494</Words>
  <Application>Microsoft Office PowerPoint</Application>
  <PresentationFormat>Custom</PresentationFormat>
  <Paragraphs>14</Paragraphs>
  <Slides>7</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1" baseType="lpstr">
      <vt:lpstr>Arial</vt:lpstr>
      <vt:lpstr>Calibri</vt:lpstr>
      <vt:lpstr>1_Synergy_CF_YNR013</vt:lpstr>
      <vt:lpstr>think-cell Slide</vt:lpstr>
      <vt:lpstr>With a R Squared value of 0.75 our multiple regressive equation has a strong linear fit, with smoking, age and BMI having the strongest correlations, enabling us to create a forecast within a 75% ($-5419) range.</vt:lpstr>
      <vt:lpstr>Analysis of medical insurance charges against BMI weight classification yields a weakly linear relationship, where costs increase as the BMI increases. However, we note there exists different pricing clusters, where high BMIs exist, but medical charges remain relatively low. </vt:lpstr>
      <vt:lpstr>Further segmentation of the data, indicates the presence of smoking seems to be correlated towards higher medical charges, irrespective of BMI classification.</vt:lpstr>
      <vt:lpstr>Building on our smoking theme, it is clear to see that this trend is again present as we analyse medical insurance charges by geographic segmentation. In the absence of smoking, the mean insurance charge is $8,434.27; however, with smoking, the mean charge is $32,050.23, 74% higher. </vt:lpstr>
      <vt:lpstr>Further emphasizing the impact of smoking, the minimum medical insurance charges between those that smoke ($12.8K) and those that don’t smoke($1.1k) are as high as $11.7K (~11.4x), with the bulk of non-smokers having insurance costs less than 11K.</vt:lpstr>
      <vt:lpstr>From an ageing lens, those who don’t smoke tend to have 2 – 3x lower costs, than those that do smoke. Specifically, the insurance charges for smokers increase by $19,025.21 (56%) and $19,382.67 (48%) for those between the Mature Age and Senior Age Groupings, respectively.</vt:lpstr>
      <vt:lpstr>Lastly, segmentation of our data via gender, yields little difference, in the absence of smoking. However, in the presence of smoking, the average medical insurance charge increases by ~$25K (309%) for men versus females ($21K), a 250% increase.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dc:title>
  <dc:creator>Christopher H</dc:creator>
  <cp:lastModifiedBy>Kayla Grosso</cp:lastModifiedBy>
  <cp:revision>104</cp:revision>
  <dcterms:created xsi:type="dcterms:W3CDTF">2020-04-12T13:23:13Z</dcterms:created>
  <dcterms:modified xsi:type="dcterms:W3CDTF">2024-12-19T20:30:02Z</dcterms:modified>
</cp:coreProperties>
</file>